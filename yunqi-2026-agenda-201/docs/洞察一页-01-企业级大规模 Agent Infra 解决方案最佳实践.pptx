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01 · 杨旭 · 阿里云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347472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</a:rPr>
              <a:t>洞察：宜建设「Agent 平台」整包能力：MicroVM 沙箱（Serverless API + K8s CRD）、Skills/MCP 私有市场、上下文/记忆存储、AI 网关护栏与 AgentLoop 级可观测，对标阿里云 Agent Infra 五支柱。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07008"/>
            <a:ext cx="116128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26187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一句话判断：阿里云 Agent Sandbox / Agent Infra——桌面助手/云端数字分身与 Agent Serving 两条主线并行，统一沉淀企业专属 Skills、MCP 与私域知识。Infra 不再追求模型永远正确，而以系统确定性收敛模型不确定性，覆盖安全执行环境、治理与数据安全、上下文管理、效果评估四大能力。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01  桌面分身与 Serving 双路径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同时覆盖「办公助手类长会话 Agent」与「生产系统 Serving Agent」两套产品形态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桌面助手/云端数字分身面向内部提效：IM/本地客户端 + 云端 Sandbox 协同，支持 7×24 独立运行与共享记忆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Agent Serving/API 对接生产系统：垂直超级 Agent 基于私域数据，强调隔离、用户授权、Skills 管理与 Memory 隔离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ToB/ToC/ToD 入口趋于统一，企业重点积累专属 Skills、MCP 与知识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87951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15967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02  Agent 对 Infra 提出的四大挑战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7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把 Agent Infra 拆成执行沙箱、IAM/审计、上下文存储、可观测评测四条独立能力线，避免只堆推理网关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高性能安全执行环境：Agent 需快速弹性、安全隔离地执行生成代码、操作系统交互与工具调用，自建成本高、隔离难。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Agent 治理与数据安全：统一管理 Agent/模型/工具（Skills、MCP），身份认证、细粒度权限与使用审计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上下文管理：知识库与记忆的压缩、隔离、跨会话画像、长期遗忘与知识编译。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01582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8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03  阿里云 Agent Infra 五层产品架构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8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产品地图时，应用侧不应只交付「推理服务」，而需补齐 Skills/MCP 市场、长期记忆/知识引擎、MicroVM 级沙箱与 Agent 身份链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接入层：Web/App、钉钉/微信/飞书 IM、桌面助手/云端数字分身、垂直 Agent、OpenAPI/SDK。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运行平台五支柱：环境（MicroVM Sandbox、文件系统、网络/出站、可观测评测）、上下文（长期记忆、知识、统一上下文供给）、工具（Skills 仓库/市场、MCP、Code/Browser/Computer 统一底盘）、安全（User→Agent→Tool 身份、运行时/Prompt 检测、审计）、LLM（千问/私有模型/第三方）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底座：弹性计算、存储、网络、安全、云原生 + 百炼/Agent Skills 开放门户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4553712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</a:rPr>
              <a:t>关键指标对比与提升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质量提升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从黑盒到可度量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+20%~30%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40279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31719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审计覆盖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19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从黑盒到可度量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19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100% 全链路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06238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97678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故障定位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78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从黑盒到可度量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78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MTTR -50%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72197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37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成本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37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从黑盒到可度量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3637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Token -40%+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38156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596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Region 创建吞吐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596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隔离、弹性、成本、生态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596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100,000/分钟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04115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95555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成本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95555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隔离、弹性、成本、生态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55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最高约 70% 降本；E2B 兼容近 100%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5870448"/>
            <a:ext cx="12191695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0040" y="594360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启示要点：宜建设「Agent 平台」整包能力：MicroVM 沙箱（Serverless API + K8s CRD）、Skills/MCP 私有市场、上下文/记忆存储、AI 网关护栏与 AgentLoop 级可观测，对标阿里云 Agent Infra 五支柱；专属云差异化重点放在私域数据不出域、企业 IAM 贯通 User→Agent→Tool、以及沙箱出站/密钥替换；这些是客户自研桌面分身与垂直 Agent 的决策门槛；用生产硬指标（万/分钟创建、浅深休眠、E2B 兼容）建立对标与验收标准。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0040" y="6437376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来源：https://yunqi.aliyun.com/2026/session?agendaId=201 · Talk 01 杨旭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46304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01 · 杨旭 · 阿里云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8404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Microsoft YaHei"/>
                <a:ea typeface="Microsoft YaHei"/>
              </a:rPr>
              <a:t>数据佐证｜官方回放截图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云边协同：本地入口 + 云端 Sandbox 常驻运行 · 能力沉淀：内部 Skills 仓库 / 私有 MCP / 私域数据互通</a:t>
            </a:r>
          </a:p>
        </p:txBody>
      </p:sp>
      <p:pic>
        <p:nvPicPr>
          <p:cNvPr id="8" name="Picture 7" descr="t00-01-30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" y="1946380"/>
            <a:ext cx="3496970" cy="296523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9768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Agent 形态演进：桌面分身与 Serving 双路径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37634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7362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设计哲学：用系统确定性收敛模型不确定性（可预测、可隔离、可恢复）</a:t>
            </a:r>
          </a:p>
        </p:txBody>
      </p:sp>
      <p:pic>
        <p:nvPicPr>
          <p:cNvPr id="12" name="Picture 11" descr="t00-03-30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7362" y="1946380"/>
            <a:ext cx="3496970" cy="296523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347362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Agent 对 Infra 提出的四大挑战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55228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4956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平台能力口号：跑得稳 / 记得住 / 用得着 / 管得住 / 核心脑</a:t>
            </a:r>
          </a:p>
        </p:txBody>
      </p:sp>
      <p:pic>
        <p:nvPicPr>
          <p:cNvPr id="16" name="Picture 15" descr="t00-05-30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4956" y="1946380"/>
            <a:ext cx="3496970" cy="296523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64956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阿里云 Agent Infra 五层产品架构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35508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截图裁自云栖大会官方回放幻灯主体，作指标与结论佐证。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