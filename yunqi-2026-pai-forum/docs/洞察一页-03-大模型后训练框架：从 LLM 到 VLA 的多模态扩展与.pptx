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03 · 翟恩南 · 阿里云智能集团资深技术专家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洞察：后训练竞争力在于反馈操作系统：异步流水、版本边界、轨迹工厂与全链路可观测。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一句话判断：演讲指出模型竞争已进入「后训练系统能力」时代，关键变量从单次训练规模转向反馈闭环的速度、质量与可靠性。沿着 LLM→Agent→VLA 演进，把 RL 引擎定义为连接算法、模型、环境与算力的「反馈操作系统」，并给出全异…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后训练系统能力时代：反馈闭环决…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预训练决定知识底座，后训练决定模型能否真正完成任务，持续反馈让模型学会行动与适应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竞争关键从「单次训练规模」转向「反馈闭环的速度、质量与可靠性」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能力演进：LLM → Agen…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LLM：文本输入→生成答案，反馈为偏好/正确性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Agent：任务+工具→多轮决策，反馈为环境执行结果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VLA：视觉+状态→动作序列，反馈为物理世界反馈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RL 引擎：反馈操作系统分层架构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算法层：PPO / GRPO / GSPO / 自定义 Reward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RL 引擎含调度层（调度、Rollout、Buffer、权重同步、容错）与运行时（训练框架、推理引擎、Agent 环境）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算力层：GPU / PPU / CPU / 网络 / 存储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价值：算法只描述「学什么」，系统负责「如何高效稳定地学」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后训练系统能力时代：反…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预训练决定知识底座，后训练决定…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预训练决定知识底座，后训练…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能力演进：LLM → 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LLM：文本输入→生成答案，反…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LLM：文本输入→生成答案…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RL 引擎：反馈操作系…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算法层：PPO / GRPO 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算法层：PPO / GRP…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RL 五段挑战与应对：…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调度：轨迹长短不一导致空转 →…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调度：轨迹长短不一导致空转…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突破一：全异步流水线打…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同步架构：Rollout 与 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同步架构：Rollout 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异步可控：版本边界与 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用 max_version_d…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控制参数：max_version_…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可落地动作：后训练竞争力在于反馈操作系统：异步流水、版本边界、轨迹工厂与全链路可观测。；从 LLM 到 VLA，环境与异构资源必须进入调度内核，而不是当作额外数据类型。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03 翟恩南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03 · 翟恩南 · 阿里云智能集团资深技术专家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后训练系统能力时代：反馈闭环决定竞争力</a:t>
            </a:r>
          </a:p>
        </p:txBody>
      </p:sp>
      <p:pic>
        <p:nvPicPr>
          <p:cNvPr id="8" name="Picture 7" descr="t00-46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后训练系统能力时代：反馈闭环决定竞争力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能力演进：LLM → Agent → …</a:t>
            </a:r>
          </a:p>
        </p:txBody>
      </p:sp>
      <p:pic>
        <p:nvPicPr>
          <p:cNvPr id="12" name="Picture 11" descr="t00-48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能力演进：LLM → Agent → VLA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RL 引擎：反馈操作系统分层架构</a:t>
            </a:r>
          </a:p>
        </p:txBody>
      </p:sp>
      <p:pic>
        <p:nvPicPr>
          <p:cNvPr id="16" name="Picture 15" descr="t00-52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RL 引擎：反馈操作系统分层架构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