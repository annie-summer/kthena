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07-full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91695" cy="508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F0A2C"/>
                </a:solidFill>
                <a:latin typeface="Microsoft YaHei"/>
                <a:ea typeface="Microsoft YaHei"/>
              </a:rPr>
              <a:t>全栈优化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三件套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  <a:ea typeface="Microsoft YaHei"/>
              </a:rPr>
              <a:t>智能体感知调度 · 设备内流水 · 跨芯算子供给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  <a:ea typeface="Microsoft YaHei"/>
              </a:rPr>
              <a:t>演讲：资彦义 / 李陈浩文 · 阿里云智能集团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洞察演示文稿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目录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｜本场结构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6187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核心判断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优化从单算子调参升级为三层产品能力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4712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134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能力拆解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智能体调度 · 巨型内核 · 算子智能体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649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指标证据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加速比与跨平台迁移收益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1124712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165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行动建议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开发闭环、会话状态与评测集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 /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判断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｜三层能力产品化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一句话结论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停得久不等于价值低；微秒尺度要看内核之间；跨芯竞争力取决于算子供给能否智能化。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关键判断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最近最少使用策略会误删暂停会话，迫使高成本重新预填充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巨型内核把同步粒度从“算子完成”推进到“数据就绪”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算子智能体把性能工程从手艺变成可迁移资产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可复现开发闭环是规模化前提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05840"/>
            <a:ext cx="3657600" cy="50292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三件套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框架层：智能体感知键值调度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计算层：巨型内核设备内流水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平台层：算子智能体自动供给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核心判断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拆解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｜三层能力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748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框架层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智能体调度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感知运行、暂停、恢复、结束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绿保留 / 黄准备 / 红腾挪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减少强制预填充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657600" cy="4846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796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计算层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巨型内核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少启动 · 少搬运 · 少等待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主机驱动 → 设备驻留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压缩执行空洞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097280"/>
            <a:ext cx="3657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3844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平台层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算子智能体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517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主从并行探索与经验回写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专家聚焦算法与验收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跨芯快速适配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4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能力拆解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指标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｜加速证据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4.88倍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旗舰卡半精度算子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九点五二毫秒 → 一点九五毫秒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来源：算子智能体案例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2.13倍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860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混合专家门控链路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相对开源框架基线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718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来源：异构卡迁移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3716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1.6倍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860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解码路径加速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517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相对改造前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9718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来源：异构卡迁移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862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1.29倍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归一化与激活链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663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相对开源框架基线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864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来源：小算子融合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8862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1.18倍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006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递推核优化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1663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相对改造前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4864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来源：异构卡迁移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8862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质变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8006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缓存策略升级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1663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最近最少使用 → 价值排序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4864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来源：智能体调度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5 /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关键指标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行动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｜落地清单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1768" y="157057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工程化闭环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目标—评测—剖析—定位—优化—回归，必须可复现、可门禁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88036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768" y="298789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调度联动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键值策略接入会话状态，并与池化基础设施打通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768" y="440521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多芯导入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优先建设算子智能体与评测集，而不是只做模型搬运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051560"/>
            <a:ext cx="3840480" cy="4846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325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F0A2C"/>
                </a:solidFill>
                <a:latin typeface="Microsoft YaHei"/>
                <a:ea typeface="Microsoft YaHei"/>
              </a:rPr>
              <a:t>自查三问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202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一、暂停会话会被误删吗？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二、优化是否可回归验证？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三、跨芯是否有算子供给能力？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6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行动建议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Microsoft YaHei"/>
                <a:ea typeface="Microsoft YaHei"/>
              </a:rPr>
              <a:t>欢迎交流讨论 · 基于二零二六云栖大会回放整理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