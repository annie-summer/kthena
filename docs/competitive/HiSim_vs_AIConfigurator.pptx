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阿里 HiSim  vs  NVIDIA AIConfigurator  ·  能力一页对照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011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5D0E0"/>
                </a:solidFill>
                <a:latin typeface="Microsoft YaHei"/>
                <a:ea typeface="Microsoft YaHei"/>
                <a:cs typeface="Microsoft YaHei"/>
              </a:rPr>
              <a:t>公开材料口径 · 非合同 SLA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777240"/>
            <a:ext cx="4846320" cy="34747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86600" y="777240"/>
            <a:ext cx="4846320" cy="347472"/>
          </a:xfrm>
          <a:prstGeom prst="rect">
            <a:avLst/>
          </a:prstGeom>
          <a:solidFill>
            <a:srgbClr val="1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04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8046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阿里 Tair-KVCache-HiSim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8046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NVIDIA AIConfigurator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70432"/>
            <a:ext cx="118414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170432"/>
            <a:ext cx="73152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43584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功能描述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225296"/>
            <a:ext cx="4709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CPU 高保真推理仿真：回放真实/合成流量，预测 TTFT/TPOT/吞吐；建模排队、调度、多级 KVCache；可接 AIC 作耗时预测器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225296"/>
            <a:ext cx="4709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算子级性能模型 + 配置搜索：在 SLA 下搜索 agg/disagg、TP/PP/EP、worker/batch 等，生成 Dynamo/llm-d 可部署配置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947672"/>
            <a:ext cx="11841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1947672"/>
            <a:ext cx="731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20824"/>
            <a:ext cx="17373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精度承诺
(对外)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002536"/>
            <a:ext cx="47091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发布会/博客：标定工况端到端约 &lt;5%
• README：Qwen3×H20×SGLang 等 MAPE&lt;5%
• 非全模型全芯片合同式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002536"/>
            <a:ext cx="47091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无统一精度保底
• Dynamo 文档：起点配置，须真机压测；样例~10%；吞吐约预测 85–90%
• 论文：TPOT MAPE~7.8%(6–12%)，TTFT~17–22%
• 维护者：agg+Qwen3-32B 约95% case 在20%内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999232"/>
            <a:ext cx="1184148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2999232"/>
            <a:ext cx="731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072384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支持矩阵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054096"/>
            <a:ext cx="4709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窄矩阵（开源明示）：
• 框架：SGLang v0.5.6.post2
• 模型：Qwen3-8B、Qwen3-32B-FP8
• 卡：H20-96GB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054096"/>
            <a:ext cx="4709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宽但分层（Support Matrix 页/CSV）：
• 框架：TRT-LLM / vLLM / SGLang
• 系统：h100/h200/b200/gb200/a100/l40s 等
• 模型：按族扩展（Qwen/DS/Llama…）
• 仅 SILICON 可复现；部分卡 estimate-only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959352"/>
            <a:ext cx="11841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3959352"/>
            <a:ext cx="73152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032504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SLA/
优化指标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014215"/>
            <a:ext cx="4709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TTFT、TPOT、Throughput
时延–吞吐–成本三角
KV 命中率/层级容量/介质与调度相关指标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014215"/>
            <a:ext cx="4709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TTFT、TPOT(ITL)、tokens/s/user、tokens/s/gpu、concurrency
在达标下最大化吞吐；可设 request-latency 等约束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736592"/>
            <a:ext cx="1184148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4736592"/>
            <a:ext cx="73152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80974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使用场景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791455"/>
            <a:ext cx="47091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多层 KVCache 架构与容量规划
动态流量/调度策略评估
服务 Tair KVCache 选型与成本决策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91455"/>
            <a:ext cx="47091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Dynamo PD 分离 sizing
聚合 vs 分离选型与并行配比
生成配置后压测定稿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5495544"/>
            <a:ext cx="11841480" cy="14173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550407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补充：评审常漏但关键的点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806440"/>
            <a:ext cx="11521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① 商业化：HiSim/AIC 均为开源工具；钱在 Tair KVCache（阿里）与 Dynamo/GPU 栈（NVIDIA），不是卖仿真承保
② 方法：HiSim=事件驱动系统仿真；AIC=算子库+插值拼端到端（Static/Agg/Disagg）
③ 组合叙事：阿里常讲 AIC（静态搜参）+ HiSim（动态/KV）；二者可串联而非互斥
④ 工程约束：AIC 分 SILICON vs SOL/HYBRID，agg/disagg 分列 PASS；Disagg 强依赖 RDMA；版本锁定后才谈精度
⑤ 交付物差：HiSim 偏指标与架构决策；AIC 直接生成部署配置 → 必须接真机 benchmark
⑥ 对我们启示：对外可学「窄矩阵+高数字」或「无统一SLA+起点配置」，但都要把商业锚点放在可计量产品，仿真只做选型漏斗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3796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8B94A3"/>
                </a:solidFill>
                <a:latin typeface="Microsoft YaHei"/>
                <a:ea typeface="Microsoft YaHei"/>
                <a:cs typeface="Microsoft YaHei"/>
              </a:rPr>
              <a:t>来源：tair-kvcache hisim README / Tair 发布会；aiconfigurator README &amp; Support Matrix；Dynamo Sizing 文档；arXiv:2601.06288；AIC Issue #95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