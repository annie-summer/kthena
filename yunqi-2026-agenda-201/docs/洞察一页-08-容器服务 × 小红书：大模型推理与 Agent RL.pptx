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/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洞察：Cost/Token 是推理平台经营与技术的共同北极星，Serving Stack 需全链路可…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一句话判断：阿里云容器服务与小红书联合分享生产级 LLM 推理与 Agent RL 实践：以 Cost per Token 为 Day1 北极星，通过 ACK AI Serving Stack（推理网关、InferenceKit、…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Day1 北极星：Cost p…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公式：Cost per Million Tokens = GPU 小时成本 / (…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分子降本：GPU 选型、潮汐混部、Spot。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分母提效：PD 分离、EP/DP 并行、KVCache Offload/复用；利用率侧智能弹性、KVCache 感知路由、数据缓存加速。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结论：AI Serving Stack 每一项能力最终都作用在降低 Cost per Token。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ACK AI Serving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栈结构：ACK 推理网关 → 模型层 → InferenceKit（Webhook…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实测相对开源基线显著提升冷启与场景吞吐。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Fluid ModelScal…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痛点：TCP/无 GDR/无 P2P/存储带宽不随弹性扩展，导致百 GB–TB 级…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方案：冷（OSS）→ 温（Mooncake DRAM/SSD）→ 热（FlashGPU HBM）；RDMA+GDR 直达 GPU、引擎…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Day1 北极星：Co…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三杠杆：GPU 成本 / 吞吐…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三杠杆：GPU 成本 / 吞吐 /…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ACK AI Serv…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Agentic Coding 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RAG 1.44x；长文写作 1.…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Fluid Model…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路径：OSS / Moonca…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路径：OSS / Mooncake…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Modelet 五链路…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397B：OSS 112.83…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P2P 相对 OSS 约 9–13…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小红书静态 PD：Gr…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升级耗时：数十分钟 → 数分钟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升级耗时：数十分钟 → 数分钟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从静态 PD 到 RB…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形态：混部 / 固定 PD /…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形态：混部 / 固定 PD / 动…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可落地动作：Cost/Token 是推理平台经营与技术的共同北极星，Serving Stack 需全链路可归因。；权重分层（OSS→Mooncake→FlashGPU）与 PD/RBG 编排是互联网大模型生产的两块硬骨头。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08 车漾 / 熊峰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/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三杠杆：GPU 成本 / 吞吐 /…</a:t>
            </a:r>
          </a:p>
        </p:txBody>
      </p:sp>
      <p:pic>
        <p:nvPicPr>
          <p:cNvPr id="8" name="Picture 7" descr="t02-52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Day1 北极星：Cost per 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RAG 1.44x；长文写作 1.…</a:t>
            </a:r>
          </a:p>
        </p:txBody>
      </p:sp>
      <p:pic>
        <p:nvPicPr>
          <p:cNvPr id="12" name="Picture 11" descr="t02-54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AI Serving Stack：全链路降 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路径：OSS / Mooncake…</a:t>
            </a:r>
          </a:p>
        </p:txBody>
      </p:sp>
      <p:pic>
        <p:nvPicPr>
          <p:cNvPr id="16" name="Picture 15" descr="t02-5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Fluid ModelScale：RDMA 原生权重分…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