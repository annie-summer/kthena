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06 · 张凯 / 姚峥 · 阿里云容器服务 / 生数科技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洞察：超节点（M890 类）必须配套拓扑 Gang、DRA Channel 隔离与秒级自愈，否则硬件…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一句话判断：本场为容器智算底座与生数科技联合实践：ACK 侧给出真武 M890 超节点调度/DRA/可观测/自愈、PD 分离推理套件、异构故障自愈与多模型 GPU 热切换能力；生数侧介绍 Vidu/Motusion 通用世界模型路…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ACK 支持真武 M890：拓…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灵骏节点池统一纳管：PoD → ASW 交换域 → 超节点 → 子节点；真武 M8…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拓扑感知调度：Binpack + Gang（PodGroup），超节点内按 2/4/8 等分卡选位，同任务 Worker 同超节点亲和。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DRA · 多 Channel 调度/隔离：任务独立通信 Channel，CDI 注入设备，故障域从整超节点收敛到任务 Channel。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深度可观测：80+ Prometheus 指标、容器/算子级归因、AI Profiling；超节点秒级感知 ECC/互联/XID，隔离…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ACK AI 推理套件 + 真…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RBG 角色编排：Segment 内 2P:1D 亲和，段内 KV Cache 直…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ACK 推理网关：最长前缀优先、跨实例共享、KV 分层加载；负载感知队列深度/KV 占用/活跃请求，权衡命中收益与等待成本。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指标驱动扩缩：Prefill 看队列等待与 TTFT；Decode 看 batch/TPOT/KV 占用；预置 Token 吞吐、TT…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ACK 异构算力故障自愈：以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五层架构：信源（ECS/灵骏/超节点 CMS、GPU Xid/ECC、Kubele…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主动探测：GPU 健康、GEMM、单机/跨机 NCCL 带宽；修复后复检再入池。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原生 K8s Condition 映射，业务零改代码；覆盖 ECS/EGS/灵骏/超节点；支持卡级隔离。客户实践含生数科技。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ACK 支持真武 M8…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ICN Link 800Gb/s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64 PPU 统一互联域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ACK AI 推理套件…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KV Cache 命中率：40…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同资源吞吐约 3x（相对开源）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ACK 异构算力故障自…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卡级隔离：单坏卡不废整机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卡级隔离：单坏卡不废整机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多模型 on GPU 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27B：1.34s vs 29…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27B：1.34s vs 298s…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生数：数字与物理统一的…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产品线：Vidu（WGM）+ 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产品线：Vidu（WGM）+ Mo…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生数训推调度平台：基础…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多地域：北京 / 上海 / 乌…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服务启动 SLO：15 秒内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可落地动作：超节点（M890 类）必须配套拓扑 Gang、DRA Channel 隔离与秒级自愈，否则硬件规格无法转化为 Goodput。；多模态 MaaS 的关键竞争力是「15 秒级启动 + 秒级模型热切换 + 前缀/负载感知推理网关」，而非单卡峰…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06 张凯 / 姚峥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张凯 / 姚峥 · 阿里云容器服务 / 生数科技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PPU 统一互联域</a:t>
            </a:r>
          </a:p>
        </p:txBody>
      </p:sp>
      <p:pic>
        <p:nvPicPr>
          <p:cNvPr id="8" name="Picture 7" descr="t01-5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支持真武 M890：拓扑感知 · DRA · 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同资源吞吐约 3x（相对开源）</a:t>
            </a:r>
          </a:p>
        </p:txBody>
      </p:sp>
      <p:pic>
        <p:nvPicPr>
          <p:cNvPr id="12" name="Picture 11" descr="t01-5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AI 推理套件 + 真武 M890：PD 分离…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卡级隔离：单坏卡不废整机</a:t>
            </a:r>
          </a:p>
        </p:txBody>
      </p:sp>
      <p:pic>
        <p:nvPicPr>
          <p:cNvPr id="16" name="Picture 15" descr="t02-00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ACK 异构算力故障自愈：以 Goodput 为目标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