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Microsoft YaHei"/>
                <a:ea typeface="Microsoft YaHei"/>
              </a:rPr>
              <a:t>07 · 沈健 · 洞察时空 · 副总裁 / 平台技术负责人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47472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Microsoft YaHei"/>
                <a:ea typeface="Microsoft YaHei"/>
              </a:rPr>
              <a:t>洞察：时空智能是「数据飞轮 + 世界模型 + 行业决策」组合， 要同时补 EO 数据面、异构训推与行业 SLA 方案包。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07008"/>
            <a:ext cx="116128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6187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一句话判断：洞察时空提出时空智能 Infra 的「感-算-决」一体化架构：从 LLM「会说话」跃迁到物理世界模型「懂世界」，以卫星/多源 EO 数据作为 AI 与物理世界对齐的关键反馈入口。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084831"/>
            <a:ext cx="3749039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2176271"/>
            <a:ext cx="3493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1A2B"/>
                </a:solidFill>
                <a:latin typeface="Microsoft YaHei"/>
                <a:ea typeface="Microsoft YaHei"/>
              </a:rPr>
              <a:t>01  感-算-决一体化定位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2487167"/>
            <a:ext cx="3493007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若服务智慧城市/能源/应急类客户，需在容器 AI 平台之上显式规划「时空数据接入 → 训练推理 → 决策服务」闭环产品线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议题定位：构建感知（卫星/多源数据）—计算（时空数据湖与训练推理）—决策（预测/推演服务）一体化技术架构。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演讲方为洞察时空平台技术负责人，强调与云栖/容器智算底座协同落地。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87951" y="2084831"/>
            <a:ext cx="3749039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5967" y="2176271"/>
            <a:ext cx="3493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1A2B"/>
                </a:solidFill>
                <a:latin typeface="Microsoft YaHei"/>
                <a:ea typeface="Microsoft YaHei"/>
              </a:rPr>
              <a:t>02  从 LLM 到物理世界模型（WM）的能力跃迁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7" y="2487167"/>
            <a:ext cx="3493007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AI 平台规划应区分「语言智能」与「世界模型/物理智能」两套工作负载画像：后者强调时空演化仿真、因果约束与长周期推演算力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对象：LLM 面向人类约定的语言符号；WM 面向客观物理世界。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求解：LLM 显式化人类规则；WM 探索客观规律（对象、关系、因果、物理约束）。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能力：LLM 模仿交流与信息处理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1582" y="2084831"/>
            <a:ext cx="3749039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8" y="2176271"/>
            <a:ext cx="3493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1A2B"/>
                </a:solidFill>
                <a:latin typeface="Microsoft YaHei"/>
                <a:ea typeface="Microsoft YaHei"/>
              </a:rPr>
              <a:t>03  不止智驾与具身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8" y="2487167"/>
            <a:ext cx="3493007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政企与能源客户是时空智能的主战场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适用系统特征：可观测状态、时空演化、受物理规律与因果约束。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尺度演进：微观数据 → 区域中观 → 宏观全域数据上的大尺度物理世界模型。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应用域覆盖矿产/新能源/油气管网/农业水利/远洋物流/供应链/城市管理/金融保险/出行，以及智驾、具身、海洋渔业等。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553712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Microsoft YaHei"/>
                <a:ea typeface="Microsoft YaHei"/>
              </a:rPr>
              <a:t>关键指标对比与提升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台风路径误差 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行业落地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约 20–30%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40279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31719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2030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19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卫星数据规模指数增长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19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~300 PB/年（约 30x）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38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78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行业落地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78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关键能力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78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现货方向准确率 &gt;78%；风险识别 ~80%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197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37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从 LLM 到物理世界模型（WM）的能力跃迁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37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跃迁轴：LLM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37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WM（物理世界模型）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38156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596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不止智驾与具身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596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关键能力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596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13+ 垂直行业域示意覆盖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104115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95555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2025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95555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卫星数据规模指数增长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95555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~10 PB/年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5870448"/>
            <a:ext cx="12191695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594360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启示要点：时空智能是「数据飞轮 + 世界模型 + 行业决策」组合， 要同时补 EO 数据面、异构训推与行业 SLA 方案包；把卫星观测做成物理世界对齐反馈，是区别于通用 LLM 平台的差异化能力；开放面上 API + MCP + Agent 三通道，便于政企生态集成， 应同步提供 MCP 网关与专属云落地形态。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" y="6437376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Microsoft YaHei"/>
                <a:ea typeface="Microsoft YaHei"/>
              </a:rPr>
              <a:t>来源：https://yunqi.aliyun.com/2026/session?agendaId=201 · Talk 07 沈健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Microsoft YaHei"/>
                <a:ea typeface="Microsoft YaHei"/>
              </a:rPr>
              <a:t>07 · 沈健 · 洞察时空 · 副总裁 / 平台技术负责人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8404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Microsoft YaHei"/>
                <a:ea typeface="Microsoft YaHei"/>
              </a:rPr>
              <a:t>数据佐证｜官方回放截图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3716426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143000"/>
            <a:ext cx="34969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架构口号：感 · 算 · 决一体化</a:t>
            </a:r>
          </a:p>
        </p:txBody>
      </p:sp>
      <p:pic>
        <p:nvPicPr>
          <p:cNvPr id="8" name="Picture 7" descr="t02-30-00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1946380"/>
            <a:ext cx="3496970" cy="29652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9768" y="5486400"/>
            <a:ext cx="34969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时空智能 Infra：感-算-决一体化定位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37634" y="1051560"/>
            <a:ext cx="3716426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7362" y="1143000"/>
            <a:ext cx="34969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跃迁轴：LLM → WM（物理世界模型）</a:t>
            </a:r>
          </a:p>
        </p:txBody>
      </p:sp>
      <p:pic>
        <p:nvPicPr>
          <p:cNvPr id="12" name="Picture 11" descr="t02-31-30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362" y="1946380"/>
            <a:ext cx="3496970" cy="296523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47362" y="5486400"/>
            <a:ext cx="34969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从 LLM 到物理世界模型（WM）的能力跃迁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55228" y="1051560"/>
            <a:ext cx="3716426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4956" y="1143000"/>
            <a:ext cx="34969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13+ 垂直行业域示意覆盖</a:t>
            </a:r>
          </a:p>
        </p:txBody>
      </p:sp>
      <p:pic>
        <p:nvPicPr>
          <p:cNvPr id="16" name="Picture 15" descr="t02-33-00-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4956" y="1946380"/>
            <a:ext cx="3496970" cy="29652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64956" y="5486400"/>
            <a:ext cx="34969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大尺度物理世界模型：不止智驾与具身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3550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截图裁自云栖大会官方回放幻灯主体，作指标与结论佐证。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