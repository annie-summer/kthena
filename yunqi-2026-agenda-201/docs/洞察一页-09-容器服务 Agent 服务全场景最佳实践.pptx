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09 · 胡光 · 阿里云智能集团 · 高级产品专家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洞察：容器运维 Agent 是「工具 MCP + 领域知识 + 护栏」工程，不是单纯对话机器人。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一句话判断：胡光介绍容器服务 Agent：面向 Kubernetes 的自主智能运维，覆盖 Day0 集群设计到 DayN 自治协同全生命周期。以 Multi-Agent + Plan-Execute/ReAct + Human-…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01  智能体自治时代：容器服务 Ag…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标题主张：智能体自治时代，用智能重塑基础设施运维。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服务对象为 Kubernetes/ACK 集群全生命周期，而非单一 Chat 助手。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02  超大规模集群运维四关注点与行业…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稳定：偶发异常处置慢，缺长效降风险机制。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自动化：减少重复人工，缩短全链路迭代。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安全：CVE/配置/运行时风险缺统一视角。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成本：治理周期长，闲置浪费难归因到人；行业侧 66% 组织用 K8s 托管 GenAI，82% 容器用户生产用 K8s，安全事件普遍。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03  容器服务 Agent：自主智能…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能力层：自动异常感知（200+ 分析）、规划部署、智能诊断修复、安全治理、7×24…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中枢：多智能体协作、任务规划编排、Skills/MCP 可扩展、Routines/Channels、安全护栏与审批、持续自动评测。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底座：ACK MCP Servers（资源/集群/可观测成本/故障诊断）+ ACK 知识库 + 云资源 MCP/CLI。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智能体自治时代：容器服…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标题主张：智能体自治时代，用智…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定位：全场景容器运维 Agent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86584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超大规模集群运维四关注…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6584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82% 容器用户生产部署 K8s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6584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82% 容器用户生产部署 K8s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容器服务 Agent：…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根因分析准确率 &gt;90%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任务完成率 &gt;85%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PLAN · SENS…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PLAN：辅助架构规划、生成部…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执行形态：沙箱隔离 + 人工确认 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2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全生命周期智能纳管：D…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Day0 集群设计：按业务生成…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覆盖：设计 / 部署 / 运维 /…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1384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能力全景：MCP、知识…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1384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观测：SysOM + eBPF…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1384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ack-mcp-server 开源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可落地动作：容器运维 Agent 是「工具 MCP + 领域知识 + 护栏」工程，不是单纯对话机器人。；Day0–N 分期与 Human-in-Loop 是政企专属云可接受的落地路径。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09 胡光  ·  视角：HCS 技术规划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09 · 胡光 · 阿里云智能集团 · 高级产品专家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定位：全场景容器运维 Agent</a:t>
            </a:r>
          </a:p>
        </p:txBody>
      </p:sp>
      <p:pic>
        <p:nvPicPr>
          <p:cNvPr id="8" name="Picture 7" descr="t03-24-3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28092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智能体自治时代：容器服务 Agent 全场景定位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82% 容器用户生产部署 K8s</a:t>
            </a:r>
          </a:p>
        </p:txBody>
      </p:sp>
      <p:pic>
        <p:nvPicPr>
          <p:cNvPr id="12" name="Picture 11" descr="t03-26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28092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超大规模集群运维四关注点与行业背景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任务完成率 &gt;85%</a:t>
            </a:r>
          </a:p>
        </p:txBody>
      </p:sp>
      <p:pic>
        <p:nvPicPr>
          <p:cNvPr id="16" name="Picture 15" descr="t03-28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28092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容器服务 Agent：自主智能运维架构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