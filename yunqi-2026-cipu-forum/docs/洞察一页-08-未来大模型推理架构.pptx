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Microsoft YaHei"/>
                <a:ea typeface="Microsoft YaHei"/>
              </a:rPr>
              <a:t>08 · 李文韬 · 未来大模型推理的软硬件结合系统架构探索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洞察：先拆分，再堆料；先仿真，再到柜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521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一句话判断：P/D + AFD 让 Attention/KV 与 FFN/Expert 各得其所；无高保真仿真，A/F 配比无法在到货前收敛。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1A2B"/>
                </a:solidFill>
                <a:latin typeface="Microsoft YaHei"/>
                <a:ea typeface="Microsoft YaHei"/>
              </a:rPr>
              <a:t>01  错配：为何要拆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模型与硬件不同步增长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上下文：128K → ~1M 级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MoE：总参可 2.8T / 激活~95B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Prefill / Attn / FFN 画像各异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单卡堆料无法对齐三阶段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4528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1A2B"/>
                </a:solidFill>
                <a:latin typeface="Microsoft YaHei"/>
                <a:ea typeface="Microsoft YaHei"/>
              </a:rPr>
              <a:t>02  拆分：P/D + AFD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阶段级 + 层内算子级可组合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P/D：Prefill 与 Decode 解耦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AFD：Attention 池 ↔ Expert 池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A 卡：大 HBM + 高 KV 带宽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F 卡：LPU 矩阵 + 高权重带宽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9016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1A2B"/>
                </a:solidFill>
                <a:latin typeface="Microsoft YaHei"/>
                <a:ea typeface="Microsoft YaHei"/>
              </a:rPr>
              <a:t>03  前移：Insight/Hisim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无实物仿真成为导入标配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保留 SGLang 调度/组批逻辑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虚拟时钟替代真实 Forward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整体准确率 96%+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开源合入 → AFD PR → POC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6177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" y="49651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上下文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128K → ~1M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1A2B"/>
                </a:solidFill>
                <a:latin typeface="Microsoft YaHei"/>
                <a:ea typeface="Microsoft YaHei"/>
              </a:rPr>
              <a:t>长上下文压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76856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23160" y="49651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MoE 形态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2.8T / 激活~95B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1A2B"/>
                </a:solidFill>
                <a:latin typeface="Microsoft YaHei"/>
                <a:ea typeface="Microsoft YaHei"/>
              </a:rPr>
              <a:t>稀激活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3672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9976" y="49651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LPU 极端点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6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高带宽低容量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9976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1A2B"/>
                </a:solidFill>
                <a:latin typeface="Microsoft YaHei"/>
                <a:ea typeface="Microsoft YaHei"/>
              </a:rPr>
              <a:t>FFN 侧位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0488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9651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Hisim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无实物选型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1A2B"/>
                </a:solidFill>
                <a:latin typeface="Microsoft YaHei"/>
                <a:ea typeface="Microsoft YaHei"/>
              </a:rPr>
              <a:t>96%+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47304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3608" y="49651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架构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8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同构堆叠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8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1A2B"/>
                </a:solidFill>
                <a:latin typeface="Microsoft YaHei"/>
                <a:ea typeface="Microsoft YaHei"/>
              </a:rPr>
              <a:t>P/D+AFD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20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50424" y="49651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落地路径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50424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仿真→PR→POC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50424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1A2B"/>
                </a:solidFill>
                <a:latin typeface="Microsoft YaHei"/>
                <a:ea typeface="Microsoft YaHei"/>
              </a:rPr>
              <a:t>先仿真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0807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可落地动作：并行推进拆分架构与仿真器；跟踪 HiSim/AFD 开源合入；用业务模型先跑配比，再定超节点与 A/F 采购。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3733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来源：云栖大会 agendaId=164 · Talk 08 李文韬  ·  与 Talk04/06/07 形成「分层 + 超节点 + 全栈 + 拆分」闭环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08 · 李文韬 · 未来大模型推理的软硬件结合系统架构探索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数据佐证｜官方回放截图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349697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1A2B"/>
                </a:solidFill>
                <a:latin typeface="Microsoft YaHei"/>
                <a:ea typeface="Microsoft YaHei"/>
              </a:rPr>
              <a:t>长上下文 / MoE 稀激活 vs 单卡资源</a:t>
            </a:r>
          </a:p>
        </p:txBody>
      </p:sp>
      <p:pic>
        <p:nvPicPr>
          <p:cNvPr id="8" name="Picture 7" descr="08-model-hw-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153925"/>
            <a:ext cx="3496970" cy="25135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模型与硬件趋势错配证据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634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362" y="1143000"/>
            <a:ext cx="349697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1A2B"/>
                </a:solidFill>
                <a:latin typeface="Microsoft YaHei"/>
                <a:ea typeface="Microsoft YaHei"/>
              </a:rPr>
              <a:t>P/D + AFD 可组合拆分</a:t>
            </a:r>
          </a:p>
        </p:txBody>
      </p:sp>
      <p:pic>
        <p:nvPicPr>
          <p:cNvPr id="12" name="Picture 11" descr="08-pd-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2" y="2153925"/>
            <a:ext cx="3496970" cy="251357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7362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从架构拆分到硬件分离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5228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4956" y="1143000"/>
            <a:ext cx="349697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1A2B"/>
                </a:solidFill>
                <a:latin typeface="Microsoft YaHei"/>
                <a:ea typeface="Microsoft YaHei"/>
              </a:rPr>
              <a:t>Hisim 整体准确率 96%+</a:t>
            </a:r>
          </a:p>
        </p:txBody>
      </p:sp>
      <p:pic>
        <p:nvPicPr>
          <p:cNvPr id="16" name="Picture 15" descr="08-hisim-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6" y="2153925"/>
            <a:ext cx="3496970" cy="251357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4956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震旦 Insight 无实物仿真佐证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截图裁自云栖大会官方回放幻灯主体，作指标与结论佐证。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