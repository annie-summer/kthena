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02 · 洪晓龙 / 罗自荣 · 阿里云 / 阿里控股·百炼模型训练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</a:rPr>
              <a:t>洞察：把 Agent Sandbox 定位为 RL 采样与 Agent 工具执行的共享执行面，用 E…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一句话判断：本场前半由洪晓龙产品化讲解 Agent Sandbox：以 API First、E2B 原生兼容将代码任务、交互任务与批量评测统一到 MicroVM 隔离环境，支撑探索、验证与规模评测。后半由罗自荣展开百炼多租户企业级…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01  Agent Sandbox：工…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输入任务类型：代码（仓库/依赖/测试）、交互（浏览器/文件/工具）、批量评测（多任…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核心能力：镜像缓存与按需加载实现极速就绪；批量创建与按需回收实现弹性供给；MicroVM + 访问控制实现安全隔离；任务状态与多步交互…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生命周期：准备→创建（每次 attempt 独立环境）→执行（多步交互回传结果）→回收；环境日志指标可关联上层轨迹，由百炼统一训练观测。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02  百炼 Loop Enginee…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RL Loop：策略模型 → Sandbox 交互采样（Rollout/多步轨迹）…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Agent Loop：模型决策 → 工具调用（内置工具 + MCP，Sandbox 承载）→ 环境执行（代码/浏览器/文件）→ 结果反…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价值主张：5 分钟上手即用即毁；创建速率 10 万/分钟；超大规格 1~2s 并发启动（5000 并发、3GB 异构镜像）；深休眠等能…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1A2B"/>
                </a:solidFill>
                <a:latin typeface="Microsoft YaHei"/>
                <a:ea typeface="Microsoft YaHei"/>
              </a:rPr>
              <a:t>03  百炼模型训练产品矩阵与典型流程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产品能力：数据管理、模型调优、一键部署推理、多维评测自动打分。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训练方法：CPT、SFT、DPO、RL（PPO/GRPO）、自研 OPD（On-Policy Distillation）。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支持模态：文本 LLM、视觉语言、文生图/视频、TTS/语音、多模态 Omni。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A4A"/>
                </a:solidFill>
                <a:latin typeface="Microsoft YaHei"/>
                <a:ea typeface="Microsoft YaHei"/>
              </a:rPr>
              <a:t>• 典型流程：构建评测集→发起训练→观察指标→效果评估（含 RL&amp;OPD 轨迹与日志）→部署→评测分析→迭代。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Agent Sandb…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隔离：MicroVM + 访问…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隔离：MicroVM + 访问控制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百炼 Loop Eng…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创建速率：100,000/分钟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6584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上手：5 分钟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百炼模型训练产品矩阵与…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蒸馏：OPD 作为一等训练方法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蒸馏：OPD 作为一等训练方法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多租户 Agentic…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执行隔离：Agent Sand…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执行隔离：Agent Sandbo…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RL 训练网络架构：安…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部署：北京/上海/乌兰察布多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弹性：Sandbox 秒级加载扩缩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13848" y="49651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RL 工具与环境五层生态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5166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本机系统工具：本地命令/服务直…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5413248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工具接入路径：本机 → 内建 → 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可落地动作：把 Agent Sandbox 定位为 RL 采样与 Agent 工具执行的共享执行面，用 E2B 兼容 API + MicroVM 隔离进入 HCS 产品目录。；Agentic RL 平台按控制面/Sandbox/GPU 训练面/观测面…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02 洪晓龙 / 罗自荣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02 · 洪晓龙 / 罗自荣 · 阿里云 / 阿里控股·百炼模型训练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隔离：MicroVM + 访问控制</a:t>
            </a:r>
          </a:p>
        </p:txBody>
      </p:sp>
      <p:pic>
        <p:nvPicPr>
          <p:cNvPr id="8" name="Picture 7" descr="t00-26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28092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Agent Sandbox：工具与环境执行产品化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上手：5 分钟</a:t>
            </a:r>
          </a:p>
        </p:txBody>
      </p:sp>
      <p:pic>
        <p:nvPicPr>
          <p:cNvPr id="12" name="Picture 11" descr="t00-30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28092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百炼 Loop Engineering：RL Loop…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蒸馏：OPD 作为一等训练方法</a:t>
            </a:r>
          </a:p>
        </p:txBody>
      </p:sp>
      <p:pic>
        <p:nvPicPr>
          <p:cNvPr id="16" name="Picture 15" descr="t00-36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28092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百炼模型训练产品矩阵与典型流程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