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洪晓龙 / 罗自荣 · 阿里云 / 阿里控股·百炼模型训练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洞察：把 Agent Sandbox 定位为 RL 采样与 Agent 工具执行的共享执行面，用 E2B 兼容 API + MicroVM 隔离纳入产品能力目录。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Agent Sandbox / 百炼——以 API First、E2B 原生兼容将代码任务、交互任务与批量评测统一到 MicroVM 隔离环境，支撑探索、验证与规模评测。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工具与环境执行产品化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需要把「评测/训练用临时环境」与「在线 Serving 沙箱」统一为同一产品的不同 QoS 档位，并提供 E2B 兼容 SDK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输入任务类型：代码（仓库/依赖/测试）、交互（浏览器/文件/工具）、批量评测（多任务多尝试）。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核心能力：镜像缓存与按需加载实现极速就绪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生命周期：准备→创建（每次 attempt 独立环境）→执行（多步交互回传结果）→回收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百炼 Loop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规划 RL 平台时必须把 Sandbox 作为采样与奖励执行的一等公民，而不是训练集群附属脚本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RL Loop：策略模型 → Sandbox 交互采样（Rollout/多步轨迹）→ Sandbox 奖励反馈 → 参数更新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Loop：模型决策 → 工具调用（内置工具 + MCP，Sandbox 承载）→ 环境执行（代码/浏览器/文件）→ 结果反馈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价值主张：5 分钟上手即用即毁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百炼模型训练产品矩阵与典型流程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ModelArts/EI 路线需把 GRPO/PPO 与蒸馏（类 OPD）做成托管能力，并强制「先评测集后训练」工作流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产品能力：数据管理、模型调优、一键部署推理、多维评测自动打分。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训练方法：CPT、SFT、DPO、RL（PPO/GRPO）、自研 OPD（On-Policy Distillation）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支持模态：文本 LLM、视觉语言、文生图/视频、TTS/语音、多模态 Omni。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综合 TCO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百炼 Loop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-50%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创建速率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百炼 Loop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100,000/分钟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RL 工具与环境五层生态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工具接入路径：本机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内建 → Sandbox 自定义 → VPC 内网 → 公网 MCP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上手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百炼 Loop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5 分钟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蒸馏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百炼模型训练产品矩阵与典型流程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OPD 作为一等训练方法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隔离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工具与环境执行产品化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MicroVM + 访问控制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启示要点：把 Agent Sandbox 定位为 RL 采样与 Agent 工具执行的共享执行面，用 E2B 兼容 API + MicroVM 隔离纳入产品能力目录；Agentic RL 平台按控制面/Sandbox/GPU 训练面/观测面建设，采样与训练队列解耦，网络上坚持客户 VPC 内网通道与镜像分层预热；训练方法补齐 GRPO/PPO/蒸馏与独立 Eval（pass@k），工具层用 MCP + VPC 内网接口化覆盖企业真题，形成可售卖的多租户 RL/Eval 闭环。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02 洪晓龙 / 罗自荣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洪晓龙 / 罗自荣 · 阿里云 / 阿里控股·百炼模型训练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接口：API First · E2B 原生兼容 · 隔离：MicroVM + 访问控制</a:t>
            </a:r>
          </a:p>
        </p:txBody>
      </p:sp>
      <p:pic>
        <p:nvPicPr>
          <p:cNvPr id="8" name="Picture 7" descr="t00-2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 Sandbox：工具与环境执行产品化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上手：5 分钟 · 创建速率：100,000/分钟</a:t>
            </a:r>
          </a:p>
        </p:txBody>
      </p:sp>
      <p:pic>
        <p:nvPicPr>
          <p:cNvPr id="12" name="Picture 11" descr="t00-30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百炼 Loop Engineering：RL Loop 与 Agent Loop 共用沙箱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RL 算法产品化：PPO / GRPO · 蒸馏：OPD 作为一等训练方法</a:t>
            </a:r>
          </a:p>
        </p:txBody>
      </p:sp>
      <p:pic>
        <p:nvPicPr>
          <p:cNvPr id="16" name="Picture 15" descr="t00-3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百炼模型训练产品矩阵与典型流程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