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曹志（主持）、刘念邱、吕峻、武伟 · 阿里云智能 / PHYMI费莫一科技 / 穹彻智能 / Manifold AI流形空间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洞察：圆桌把PAI Physical AI从产品发布延伸为生态对话：Agent、数据管线、世界模型三类创业路径并列。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一句话判断：圆桌由阿里云智能集团高级解决方案架构师曹志主持，邀请PHYMI费莫一科技创始人兼CEO刘念邱、穹彻智能AI科学家吕峻、流形空间（Manifold AI）创始人兼CEO武伟，围绕具身智能前沿展开对话。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云平台×三家具身创业公司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具身智能对外叙事宜采用「平台方主持 + 垂直创业公司并列」结构，同时覆盖基础设施、Agent产品与算法科学视角。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中英双语主题：FermiOne Technology × Noematrix × Manifold AI × Alibaba Cloud: Frontier Dialogue on Embodied AI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曹志：阿里云智能集团高级解决方案架构师（主持）。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刘念邱：PHYMI费莫一科技创始人兼CEO。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费莫一科技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云厂商应挑选能讲清真实世界任务闭环的Agent创业公司做联合叙事，避免只有开源模型列表没有落地角色。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刘念邱作为PHYMI费莫一科技创始人兼CEO参与圆桌，代表创业公司侧的Physical Agent产品路径。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与阿里云同台，强调开放动态真实世界中的具身智能落地，而非仅仿真Demo。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圆桌语境下与PAI Physical AI全栈（数据—训练—评测—部署）形成「平台能力 × 垂直Agent团队」组合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数据与AI管线视角的具身落地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具身生态合作应显式邀请数据/管线专家，而不只是机器人整机厂商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吕峻以穹彻智能AI科学家身份发言，代表数据与模型管线侧的专业视角。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与会前Physical AI议题（EgoX/UMI等多源数据管线）形成呼应：数据工厂是具身迭代的关键瓶颈。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圆桌把「科学家角色」与「CEO产品角色」并列，体现算法、数据与商业化需同台讨论。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云平台×三家具身创业公司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中英双语主题：FermiOne Technology × Noematrix × Manifold AI × Alibaba Cloud: Frontier Dialogue on Embodied AI。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费莫一科技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刘念邱作为PHYMI费莫一科技创始人兼CEO参与圆桌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穹彻智能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吕峻以穹彻智能AI科学家身份发言，代表数据与模型管线侧的专业视角。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世界模型与云上训练侧协同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武伟作为Manifold AI（流形空间）创始人兼CEO参与，侧重世界模型/空间智能与云训练协同。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从发布到开放问答的转换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现场四人同台坐谈，曹志持麦主持，其他嘉宾轮流发言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生态启示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核心口径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四方结构覆盖云基础设施、Physical Agent、数据/AI科学、世界模型创业路径。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可落地动作：圆桌把PAI Physical AI从产品发布延伸为生态对话：Agent、数据管线、世界模型三类创业路径并列；回放画面以嘉宾阵容为主，技术细节更多依赖口述与同期全栈发布；价值在合作结构而非单页指标；对友商：用「平台能力 × 垂直标杆客户」组合讲述Physical AI，比单独堆叠开源模型列表更有说服力。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10 曹志（主持）、刘念邱、吕峻、武伟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曹志（主持）、刘念邱、吕峻、武伟 · 阿里云智能 / PHYMI费莫一科技 / 穹彻智能 / Manifold AI流形空间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云平台×三家具身创业公司</a:t>
            </a:r>
          </a:p>
        </p:txBody>
      </p:sp>
      <p:pic>
        <p:nvPicPr>
          <p:cNvPr id="8" name="Picture 7" descr="t03-13-2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圆桌定位与嘉宾阵容：云平台×三家具身创业公司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费莫一科技</a:t>
            </a:r>
          </a:p>
        </p:txBody>
      </p:sp>
      <p:pic>
        <p:nvPicPr>
          <p:cNvPr id="12" name="Picture 11" descr="t03-33-2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费莫一科技：面向开放动态真实世界的Physical Agent方向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数据与AI管线视角的具身落地</a:t>
            </a:r>
          </a:p>
        </p:txBody>
      </p:sp>
      <p:pic>
        <p:nvPicPr>
          <p:cNvPr id="16" name="Picture 15" descr="t03-26-4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穹彻智能：数据与AI管线视角的具身落地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