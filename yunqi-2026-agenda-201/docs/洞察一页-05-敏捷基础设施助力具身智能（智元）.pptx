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05 · 赵堃 / 尹欣 · 阿里云 / 智元（觅蜂）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洞察：具身智能 Infra = 异构智算（含仿真卡）+ ACK 统一混部 + 托管 Argo/Ray 数据引擎 + 边缘回传，HCS 应按此整包对标而非零散卖 GPU。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一句话判断：本场展示阿里云具身智能基础设施与智元/觅蜂业务的结合：HPDA Robotics 一体化覆盖采集-管理-标注-训练-仿真-推理，ACK Pro 统一纳管 ECS/灵骏/ACS 与 Ray/Argo/DataJuicer；硬件侧推出面向推理仿真的 L20N（Blackwell）GPU。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阿里云具身智能一体化平台架构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HCS 具身解决方案应打包「格式兼容数据湖 + 托管工作流 + Ray 算子市场 + 异构 GPU 池」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数据层：兼容 HDFS/DB3/lerobot/mcap 等，支持转换/回放/检索/标注/训练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编排与处理：全托管 Argo Workflows 支撑万级并发 Serverless 编排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容器与资源：ACK Pro/ACS 异构资源池、百万节点级兼容、每分钟数万 Pod 弹性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L20N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具身仿真与 VLA 推理对高显存与图形/物理仿真性能敏感，HCS 智算目录需单独规划「仿真推理卡」规格（高 VRAM + 高频 CPU 配比），不能只用训练卡规格覆盖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L20N（RTX Pro 5000）非切版 Quadro，48G/72G 显存，GDDR7 带宽 1344GB/s，搭配高频 CPU（256 vCPU、全核 4GHz+）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相对 L20 算力约 2.3×、持续算力 +60%，Blackwell FP4 高效精度。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IsaacSim：物理仿真近 RTX 5090，图像生成快 10%~20%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统一创建、运维与云边纳管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对标要求 HCS CCE 在同一控制面混部通用算力、智算裸金属与 CCI Serverless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上层：SAPIEN 仿真合成、Argo 数据处理、VLA/World Model 训练、ROS/仿真/OS/开发者工具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ACK 托管 Pro：Batch/队列/拓扑感知/混部调度，资源与任务弹性，可观测自愈，数据访问加速，内置 Spark/Ray Operator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资源：ECS 节点池、灵骏高性能 GPU/裸金属、ACS Serverless 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弹性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每分钟数万 Pod 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开源栈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Argo / Ray / DataJuicer / Kubernetes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显存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48G / 72G；带宽：1344GB/s GDDR7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相对 L20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算力约 2.3×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GR00T 单机 8 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较 5090 约 +32%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一集群混部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ECS + 灵骏 + ACS Serverless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可落地动作：具身智能 Infra = 异构智算（含仿真卡）+ ACK 统一混部 + 托管 Argo/Ray 数据引擎 + 边缘回传，HCS 应按此整包对标而非零散卖 GPU；智元/觅蜂模式证明采集洪峰与多场景边缘是主负载；弹性节点池、Serverless、断点续传与分级授权是专属云必须补齐的能力；开源无绑定的一体化平台（数据格式、DataJuicer 算子、工作流）更利于政企落地；用万级并行 Pod 与 Argo 规模指标建立可验收的竞争对标。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05 赵堃 / 尹欣  ·  视角：HCS 技术规划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05 · 赵堃 / 尹欣 · 阿里云 / 智元（觅蜂）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弹性：每分钟数万 Pod 级 · 开源栈：Argo / Ray / DataJuicer / Kubernetes</a:t>
            </a:r>
          </a:p>
        </p:txBody>
      </p:sp>
      <p:pic>
        <p:nvPicPr>
          <p:cNvPr id="8" name="Picture 7" descr="t01-31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阿里云具身智能一体化平台架构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显存：48G / 72G；</a:t>
            </a:r>
          </a:p>
        </p:txBody>
      </p:sp>
      <p:pic>
        <p:nvPicPr>
          <p:cNvPr id="12" name="Picture 11" descr="t01-33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L20N：面向推理与仿真的 Blackwell 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一集群混部：ECS + 灵骏 + ACS Serverless · 框架：内置 Spark / Ray Operator</a:t>
            </a:r>
          </a:p>
        </p:txBody>
      </p:sp>
      <p:pic>
        <p:nvPicPr>
          <p:cNvPr id="16" name="Picture 15" descr="t01-35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ACK Pro：统一创建、运维与云边纳管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