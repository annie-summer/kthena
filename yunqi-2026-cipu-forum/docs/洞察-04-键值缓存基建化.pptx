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04-kv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F0A2C"/>
                </a:solidFill>
                <a:latin typeface="Microsoft YaHei"/>
                <a:ea typeface="Microsoft YaHei"/>
              </a:rPr>
              <a:t>键值缓存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基建化跃迁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  <a:ea typeface="Microsoft YaHei"/>
              </a:rPr>
              <a:t>从显存开销到可调度、可计量、可分层的推理基础设施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  <a:ea typeface="Microsoft YaHei"/>
              </a:rPr>
              <a:t>演讲：王正恒 / 徐国强 · 阿里云智能集团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洞察演示文稿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目录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｜本场结构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6187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核心判断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键值缓存成为推理资产，而非显存边角料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134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三跃迁路径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前缀复用 · 多轮持久 · 跨实例池化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649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分层与指标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一级到四级介质栈与关键提升数字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4712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112471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F0A2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行动建议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服务等级目标、选型仿真与纵向协同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 /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判断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｜资产化而非技巧化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一句话结论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把键值缓存当作可调度资产：控制面管放置与生命周期，数据面做分层池化。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关键判断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超长上下文与智能体多轮，将迫使高带宽显存之外的扩展层成为标配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控制面与数据面必须拆开演进，否则无法规模化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没有仿真驱动，分层配置会退化为经验调参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</a:rPr>
              <a:t>· 统一内存扩展与高速内存互联池，是突破存储墙的两条主路线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05840"/>
            <a:ext cx="3657600" cy="50292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为何重要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显存容量增长追不上模型记忆需求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命中率、首字时延、单令牌成本必须进入平台服务等级目标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只看图形处理器利用率会漏掉真正瓶颈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核心判断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路径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｜三跃迁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748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跃迁一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前缀命中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跳过重复预填充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直接降低首字时延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657600" cy="4846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796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跃迁二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多轮持久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智能体会话跨轮保留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避免反复重建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97280"/>
            <a:ext cx="3657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37160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8448" y="147913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389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F0A2C"/>
                </a:solidFill>
                <a:latin typeface="Microsoft YaHei"/>
                <a:ea typeface="Microsoft YaHei"/>
              </a:rPr>
              <a:t>跃迁三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icrosoft YaHei"/>
                <a:ea typeface="Microsoft YaHei"/>
              </a:rPr>
              <a:t>跨实例池化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51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容量与计算解耦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  <a:ea typeface="Microsoft YaHei"/>
              </a:rPr>
              <a:t>网络侧共享复用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4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三跃迁路径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指标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｜对比与提升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+50%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卸载吞吐提升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相对未池化基线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来源：内存池实测口径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-30%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首字时延下降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相对未卸载路径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来源：内存池实测口径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515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71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93%+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多网卡传输效率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数据面效率锚点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718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来源：演讲材料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&gt;80%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单令牌成本降幅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相对以内存为主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来源：幻灯宣称口径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8862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&lt;3%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800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仿真配置误差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663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相对经验配置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486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来源：仿真系统宣称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56616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8862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F0A2C"/>
                </a:solidFill>
                <a:latin typeface="Microsoft YaHei"/>
                <a:ea typeface="Microsoft YaHei"/>
              </a:rPr>
              <a:t>七级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00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介质分层栈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663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显存到对象存储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864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来源：软硬结合方案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5 /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关键指标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F0A2C"/>
                </a:solidFill>
                <a:latin typeface="Microsoft YaHei"/>
                <a:ea typeface="Microsoft YaHei"/>
              </a:rPr>
              <a:t>行动</a:t>
            </a: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｜落地清单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1768" y="157057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平台侧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把命中率、首字时延、单令牌成本写入服务等级目标，而不是只看利用率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88036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768" y="298789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采购侧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用真实负载仿真约束带宽、容量、寿命，再选型互联卡与固态盘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7132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713232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256032" cy="256032"/>
          </a:xfrm>
          <a:prstGeom prst="ellipse">
            <a:avLst/>
          </a:prstGeom>
          <a:noFill/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768" y="4405213"/>
            <a:ext cx="112654" cy="3175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架构侧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键值控制面与推理引擎、基础设施卸载层纵向对齐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051560"/>
            <a:ext cx="3840480" cy="4846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F0A2C"/>
                </a:solidFill>
                <a:latin typeface="Microsoft YaHei"/>
                <a:ea typeface="Microsoft YaHei"/>
              </a:rPr>
              <a:t>自查三问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一、键值命中是否可观测、可调度？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二、分层配置是否有仿真闭环？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三、成本是否按令牌核算？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来源：二零二六云栖大会 · 智能体算力与存储论坛回放整理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6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行动建议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Microsoft YaHei"/>
                <a:ea typeface="Microsoft YaHei"/>
              </a:rPr>
              <a:t>欢迎交流讨论 · 基于二零二六云栖大会回放整理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