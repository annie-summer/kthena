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6160"/>
            <a:ext cx="12191695" cy="2540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Microsoft YaHei"/>
                <a:ea typeface="Microsoft YaHei"/>
              </a:rPr>
              <a:t>2026 云栖大会 · Agentic AI 算力与存储论坛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洞察：瓶颈已从「堆卡」转向「拆分 · 分层 · 卸载 · 平台化」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07008"/>
            <a:ext cx="115214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一句话判断：Agentic AI 让系统胜负手变成 安全隔离 + KV/记忆路径 + 调度成熟度 + 架构拆分；堆算力收益递减。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874519"/>
            <a:ext cx="3703320" cy="3810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1A2B"/>
                </a:solidFill>
                <a:latin typeface="Microsoft YaHei"/>
                <a:ea typeface="Microsoft YaHei"/>
              </a:rPr>
              <a:t>01  瓶颈迁移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从 GPU 峰值算力 → 数据访问 / 记忆 / 安全 / 调度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算力廉价、访存昂贵（CIPU）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停得久 ≠ 价值低（Agentic KV）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微秒尺度看 kernel 之间（Mega Kernel）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运维先建评测床，再谈智能体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874519"/>
            <a:ext cx="3703320" cy="3810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1A2B"/>
                </a:solidFill>
                <a:latin typeface="Microsoft YaHei"/>
                <a:ea typeface="Microsoft YaHei"/>
              </a:rPr>
              <a:t>02  分层与拆分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垂直分层 + 水平拆分，替代单卡堆料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KV：G1 HBM → UMX/CXL → SSD/EBoF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存储：按训练/推理/Agentic 分温度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架构：P/D + AFD（A卡 / LPU F卡）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控制面与数据面必须拆开演进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9016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1874519"/>
            <a:ext cx="3703320" cy="3810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1A2B"/>
                </a:solidFill>
                <a:latin typeface="Microsoft YaHei"/>
                <a:ea typeface="Microsoft YaHei"/>
              </a:rPr>
              <a:t>03  平台化工程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把专家手艺变成可复制系统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震旦：交付 / 仿真 / 诊断闭环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HiSim/Insight：选型前移（96%+）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Kernel Agent：跨芯算子自动供给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Infini-AIOps：工单时长约 -91%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6177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关键指标对比（可直接做对比页）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10328"/>
            <a:ext cx="50800" cy="86868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运维时长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5.5h → 0.47h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-91%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76856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76856" y="4910328"/>
            <a:ext cx="50800" cy="86868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KV 吞吐 / TTFT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+50%+ / -30%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MemPool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33672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33672" y="4910328"/>
            <a:ext cx="50800" cy="86868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9976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AL144 vs 128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9976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卡数·功率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9976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2× / 2.15×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0488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0488" y="4910328"/>
            <a:ext cx="50800" cy="86868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Kernel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9.52→1.95ms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792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4.88×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47304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47304" y="4910328"/>
            <a:ext cx="50800" cy="86868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93608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CPU:GPU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3608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1:8 → 1:1~2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3608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核数~4×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04120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104120" y="4910328"/>
            <a:ext cx="50800" cy="86868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50424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Hisim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50424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仿真准确率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50424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96%+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5989320"/>
            <a:ext cx="12191695" cy="2540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0807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近半年可落地：KV 分层与价值调度 · 运维评测床 · Profiler Dev Loop · 安全八项清单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373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中远期：CXL/SCM 与超节点功率规划 · Kernel Agent 多芯供给 · P/D+AFD 拆分（先仿真再到柜）  |  来源：云栖大会 agendaId=164 八场技术分享综合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