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ACK ×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Microsoft YaHei"/>
                <a:ea typeface="Microsoft YaHei"/>
              </a:rPr>
              <a:t>从「容器服务 × 小红书」议题看 ACK 围绕 Cost/Token 的 AI 推理降本与编排演进实践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ACK × 小红书以 Cost/Million Tokens = GPU小时成本 ÷ (Throughput × Utilization) 为北极星；用网关智能路由 + ModelScale 权重秒级加载 + InferenceKit 拓扑注入抬分母，用静态 PD→动态 RBG 演进编排，同 SLO 吞吐 2~3×、GPU 节省约 50%。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56816"/>
            <a:ext cx="3749039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2029968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01  Cost/Token 三杠杆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322576"/>
            <a:ext cx="3529583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技术启示：先立经营目标函数，再选型与调参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分子：GPU 选型、潮汐混部、Spot 降单位成本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分母吞吐：PD 分离、EP/DP、KVCache Offload/Reuse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分母利用率：弹性伸缩、KV 感知路由、数据缓存加速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NVIDIA：Cost per token 定义推理 TCO，非单看算力/FLOP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1956816"/>
            <a:ext cx="3749039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79" y="2029968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02  Serving Stack 三件套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2322576"/>
            <a:ext cx="3529583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技术启示：路由+权重分发+拓扑注入做成平台默认能力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网关：公平调度+负载/缓存亲和；TTFT -75%、ITL -40%、吞吐 3×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ModelScale：RDMA+GDR+P2P 分层权重；加载 120s→20s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InferenceKit：Webhook→Wrapper→插件；无静默、Summary 自证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NUMA 错配吞吐约 -13%~-14%；ICN64 vs RDMA 吞吐 +40%~55%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1956816"/>
            <a:ext cx="3749039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0" y="2029968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03  静态 PD → 动态 RBG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0" y="2322576"/>
            <a:ext cx="3529583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技术启示：按性能压力分阶段演进编排，先稳态再弹性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静态 GroupSet：组内 P:D 固定，Gang 成组；原地升级+四级缓存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动态 RBG：Role 一等公民，独立扩缩/发布；KVCache-Aware 选路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生产：同 SLO 吞吐 2~3×，GPU 节省约 50%；开源 sgl-project/rbg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向上延伸：快照复用 + Rollout 托管，承接训推一体执行面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35424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 TTFT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-75%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3431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网关吞吐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3431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13431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3×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9390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权重加载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9390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120s → 20s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0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约 6×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5349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P2P vs OSS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5349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Qwen3-32B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49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13.5×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08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同 SLO 吞吐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08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08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2~3×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77267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GPU 资源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7267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77267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节省 50%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815584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技术启示：以 Cost/Token 统一经营与技术目标；把缓存亲和路由、分层权重分发、拓扑感知注入固化进 Serving Stack；按性能压力分阶段演进编排——静态 PD 做成组调度/原地升级/容量防护稳态基座，RBG 做角色解耦与策略协同弹性控制面，持续兑现吞吐提升、时延下降与 GPU 利用率改善。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30936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agendaId=201｜容器服务 × 小红书：大模型推理与 Agent RL · 车漾 / 熊峰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