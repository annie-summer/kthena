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155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</a:rPr>
              <a:t>08 · 车漾 / 熊峰 · 阿里云容器服务 ACK × 小红书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310896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1A1A"/>
                </a:solidFill>
                <a:latin typeface="Microsoft YaHei"/>
                <a:ea typeface="Microsoft YaHei"/>
              </a:rPr>
              <a:t>从「容器服务 × 小红书」议题看 ACK 围绕 Cost/Token 的 AI 推理降本与编排演进实践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07008"/>
            <a:ext cx="116128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61872"/>
            <a:ext cx="113385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一句话判断：阿里云 ACK × 小红书以 Cost/Million Tokens = GPU小时成本 ÷ (Throughput × Utilization) 为北极星；用网关智能路由 + ModelScale 权重秒级加载 + InferenceKit 拓扑注入抬分母，用静态 PD→动态 RBG 演进编排，同 SLO 吞吐 2~3×、GPU 节省约 50%。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956816"/>
            <a:ext cx="5705856" cy="245059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0624" y="2048256"/>
            <a:ext cx="5413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01  Serving Stack 三件套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" y="2377440"/>
            <a:ext cx="5413248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技术启示：冷启命中与拓扑正确性，比引擎峰值更能改写 Token 成本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网关：公平调度+负载/缓存亲和；TTFT -75%、ITL -40%、吞吐 3×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ModelScale：RDMA+GDR+P2P 分层权重；加载 120s→20s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InferenceKit：Webhook→Wrapper→插件；无静默、Summary 自证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NUMA 错配吞吐约 -13%~-14%；ICN64 vs RDMA 吞吐 +40%~55%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81344" y="1956816"/>
            <a:ext cx="5705856" cy="245059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27648" y="2048256"/>
            <a:ext cx="5413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02  静态 PD → 动态 RBG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7648" y="2377440"/>
            <a:ext cx="5413248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技术启示：组级稳态只覆盖生产窗口，Role 级控制面才可规模化弹性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静态 GroupSet：组内 P:D 固定，Gang 成组；原地升级+四级缓存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动态 RBG：Role 一等公民，独立扩缩/发布；KVCache-Aware 选路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生产：同 SLO 吞吐 2~3×，GPU 节省约 50%；开源 sgl-project/rbg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向上延伸：快照复用 + Rollout 托管，承接训推一体执行面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4535424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关键指标对比与提升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4773168"/>
            <a:ext cx="1874519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" y="4809744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网关 TTFT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" y="4992624"/>
            <a:ext cx="1746503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典型场景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" y="5212080"/>
            <a:ext cx="1746503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1A2B"/>
                </a:solidFill>
                <a:latin typeface="Microsoft YaHei"/>
                <a:ea typeface="Microsoft YaHei"/>
              </a:rPr>
              <a:t>-75%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40279" y="4773168"/>
            <a:ext cx="1874519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13431" y="4809744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网关吞吐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13431" y="4992624"/>
            <a:ext cx="1746503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典型场景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13431" y="5212080"/>
            <a:ext cx="1746503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1A2B"/>
                </a:solidFill>
                <a:latin typeface="Microsoft YaHei"/>
                <a:ea typeface="Microsoft YaHei"/>
              </a:rPr>
              <a:t>3×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6238" y="4773168"/>
            <a:ext cx="1874519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79390" y="4809744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权重加载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9390" y="4992624"/>
            <a:ext cx="1746503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120s → 20s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79390" y="5212080"/>
            <a:ext cx="1746503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1A2B"/>
                </a:solidFill>
                <a:latin typeface="Microsoft YaHei"/>
                <a:ea typeface="Microsoft YaHei"/>
              </a:rPr>
              <a:t>约 6×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72197" y="4773168"/>
            <a:ext cx="1874519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5349" y="4809744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P2P vs OSS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45349" y="4992624"/>
            <a:ext cx="1746503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Qwen3-32B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45349" y="5212080"/>
            <a:ext cx="1746503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1A2B"/>
                </a:solidFill>
                <a:latin typeface="Microsoft YaHei"/>
                <a:ea typeface="Microsoft YaHei"/>
              </a:rPr>
              <a:t>13.5×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38156" y="4773168"/>
            <a:ext cx="1874519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1308" y="4809744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同 SLO 吞吐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1308" y="4992624"/>
            <a:ext cx="1746503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小红书生产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1308" y="5212080"/>
            <a:ext cx="1746503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1A2B"/>
                </a:solidFill>
                <a:latin typeface="Microsoft YaHei"/>
                <a:ea typeface="Microsoft YaHei"/>
              </a:rPr>
              <a:t>2~3×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104115" y="4773168"/>
            <a:ext cx="1874519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77267" y="4809744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GPU 资源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77267" y="4992624"/>
            <a:ext cx="1746503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小红书生产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77267" y="5212080"/>
            <a:ext cx="1746503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1A2B"/>
                </a:solidFill>
                <a:latin typeface="Microsoft YaHei"/>
                <a:ea typeface="Microsoft YaHei"/>
              </a:rPr>
              <a:t>节省 50%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20040" y="5833872"/>
            <a:ext cx="11521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技术启示：权重命中路径与 NUMA/互联拓扑必须进入与 TTFT/吞吐同级的发布准入与弹性观测；编排从固定 P:D 组级原语演进到 Role 级策略约束（独立扩缩、协同发布、KVCache-aware 选路），使动态 PD 与 Agent Rollout 复用同一调度语义与状态面。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" y="6473952"/>
            <a:ext cx="11521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来源：云栖大会 agendaId=201｜容器服务 × 小红书：大模型推理与 Agent RL · 车漾 / 熊峰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