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6160"/>
            <a:ext cx="12191695" cy="254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08 · 李文韬 · 未来大模型推理的软硬件结合系统架构探索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洞察：先拆分，再堆料；先仿真，再到柜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8B1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一句话判断：P/D + AFD 让 Attention/KV 与 FFN/Expert 各得其所；无高保真仿真，A/F 配比无法在到货前收敛。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874519"/>
            <a:ext cx="3703320" cy="381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01  错配：为何要拆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模型与硬件不同步增长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上下文：128K → ~1M 级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MoE：总参可 2.8T / 激活~95B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Prefill / Attn / FFN 画像各异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单卡堆料无法对齐三阶段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874519"/>
            <a:ext cx="3703320" cy="381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02  拆分：P/D + AFD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阶段级 + 层内算子级可组合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P/D：Prefill 与 Decode 解耦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AFD：Attention 池 ↔ Expert 池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A 卡：大 HBM + 高 KV 带宽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F 卡：LPU 矩阵 + 高权重带宽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9016" y="1874519"/>
            <a:ext cx="3703320" cy="381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03  前移：Insight/Hisim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无实物仿真成为导入标配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保留 SGLang 调度/组批逻辑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虚拟时钟替代真实 Forward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整体准确率 96%+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开源合入 → AFD PR → POC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4910328"/>
            <a:ext cx="50800" cy="8686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上下文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128K → ~1M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长上下文压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76856" y="4910328"/>
            <a:ext cx="50800" cy="8686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23160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MoE 形态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2.8T / 激活~95B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稀激活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33672" y="4910328"/>
            <a:ext cx="50800" cy="8686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79976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LPU 极端点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79976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高带宽低容量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79976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FFN 侧位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4910328"/>
            <a:ext cx="50800" cy="8686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36792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Hisim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792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无实物选型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792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96%+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47304" y="4910328"/>
            <a:ext cx="50800" cy="8686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93608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架构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3608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同构堆叠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93608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P/D+AFD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104120" y="4910328"/>
            <a:ext cx="50800" cy="8686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250424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落地路径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50424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仿真→PR→POC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50424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先仿真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5989320"/>
            <a:ext cx="12191695" cy="254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可落地动作：并行推进拆分架构与仿真器；跟踪 HiSim/AFD 开源合入；用业务模型先跑配比，再定超节点与 A/F 采购。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 agendaId=164 · Talk 08 李文韬  ·  与 Talk04/06/07 形成「分层 + 超节点 + 全栈 + 拆分」闭环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