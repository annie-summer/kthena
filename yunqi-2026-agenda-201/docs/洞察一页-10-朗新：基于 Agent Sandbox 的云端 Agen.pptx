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Microsoft YaHei"/>
                <a:ea typeface="Microsoft YaHei"/>
              </a:rPr>
              <a:t>10 · 张栋 · 朗新科技集团 · AI4SE 负责人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2062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Microsoft YaHei"/>
                <a:ea typeface="Microsoft YaHei"/>
              </a:rPr>
              <a:t>洞察：数字分身平台 = Agent Sandbox 运行时 + 资产中台（知识/技能/MCP/记忆）…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07008"/>
            <a:ext cx="115214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984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一句话判断：张栋介绍朗新「九功数字分身」云端 Agent 平台：以 Agent Sandbox 为算力运行时，向上构建分身资产层（知识/技能/MCP/记忆）与执行层，并服务研发/运维/运营/业务等企业分身。强调从个人助手模式转向「…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1A2B"/>
                </a:solidFill>
                <a:latin typeface="Microsoft YaHei"/>
                <a:ea typeface="Microsoft YaHei"/>
              </a:rPr>
              <a:t>01  朗新 AI 时代生产力：Age…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议题：朗新 AI 时代生产力——基于 Agent Sandbox 的云端 Agen…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演讲人负责 AI4SE，面向软件工程与企业生产力重构。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24528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1688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1A2B"/>
                </a:solidFill>
                <a:latin typeface="Microsoft YaHei"/>
                <a:ea typeface="Microsoft YaHei"/>
              </a:rPr>
              <a:t>02  九功数字分身：重构 AI 时代…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传统模式：以人为中心，职能分工、层级管理，受知识/经验与时间注意力边界约束。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个人助手模式：Agent 辅助个人，提升效率但不改变岗位与组织关系。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数字分身模式：九功数字分身成为新生产力核心；人承担规划/审查/验证/决策四类职责，形成新岗位、新组织与新生产关系。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9016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6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1A2B"/>
                </a:solidFill>
                <a:latin typeface="Microsoft YaHei"/>
                <a:ea typeface="Microsoft YaHei"/>
              </a:rPr>
              <a:t>03  九功数字分身技术架构：Sand…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底座 Agent Sandbox：计算/存储/网络，Kubernetes 原生生态。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Agent 运行时：Agent CLI、Pilot、Pod、工作区。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分身资产层：Knowledge、Skill、MCP 链接、Memory；执行层任务→上下文→计划→分身→流程→技能→执行→结果→记忆。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企业应用：研发/运维/运营/业务分身；横切资产配置与安全治理（身份、隔离、审计、配额、合规）。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" y="461772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朗新 AI 时代生产力…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议题：朗新 AI 时代生产力—…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产品定位：云端 Agent 平台 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76856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86584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九功数字分身：重构 A…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6584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传统模式：以人为中心，职能分工…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86584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人的四职责：规划 / 审查 / 验…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3672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43400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九功数字分身技术架构：…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目标：更高研发效率 / 更好质…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目标：更高研发效率 / 更好质量 …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90488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0216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云端开发：贯通研发交付…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0216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三支柱：流程编排（任务拆解→编…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0216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闭环：需求到部署的 Agent 化…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47304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57032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研发数字分身：云端与本…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7032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资产池：知识/记忆/技能/评测…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57032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双运行时：Cloud Avatar…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20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13848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工作台实践：数字分身驱…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13848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演示流：数字分身 → 自动完成…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13848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交互：任务计划可视化 + Agen…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608076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可落地动作：数字分身平台 = Agent Sandbox 运行时 + 资产中台（知识/技能/MCP/记忆）+ 企业治理。；云端/本地双运行时与资产回流，是政企落地 AI4SE 的现实架构。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63733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来源：https://yunqi.aliyun.com/2026/session?agendaId=201 · Talk 10 张栋  ·  视角：HCS 技术规划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10 · 张栋 · 朗新科技集团 · AI4SE 负责人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产品定位：云端 Agent 平台 …</a:t>
            </a:r>
          </a:p>
        </p:txBody>
      </p:sp>
      <p:pic>
        <p:nvPicPr>
          <p:cNvPr id="8" name="Picture 7" descr="t03-42-3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28092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朗新 AI 时代生产力：Agent Sandbox 云…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人的四职责：规划 / 审查 / 验…</a:t>
            </a:r>
          </a:p>
        </p:txBody>
      </p:sp>
      <p:pic>
        <p:nvPicPr>
          <p:cNvPr id="12" name="Picture 11" descr="t03-43-0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28092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九功数字分身：重构 AI 时代生产关系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目标：更高研发效率 / 更好质量 …</a:t>
            </a:r>
          </a:p>
        </p:txBody>
      </p:sp>
      <p:pic>
        <p:nvPicPr>
          <p:cNvPr id="16" name="Picture 15" descr="t03-46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28092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九功数字分身技术架构：Sandbox → 执行层 → 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