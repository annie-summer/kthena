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10 · 张栋 · 朗新科技集团 · AI4SE 负责人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洞察：数字分身平台 = Agent Sandbox 运行时 + 资产中台（知识/技能/MCP/记忆）+ 企业治理。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一句话判断：朗新 Agent Sandbox——以 Agent Sandbox 为算力运行时，向上构建分身资产层（知识/技能/MCP/记忆）与执行层，并服务研发/运维/运营/业务等企业分身。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朗新 AI 时代生产力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可将「行业客户基于栈内 Agent Sandbox 构建数字分身平台」作为标杆场景，输出可复制的 AI4SE/企业分身参考架构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议题：朗新 AI 时代生产力——基于 Agent Sandbox 的云端 Agent 平台。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演讲人负责 AI4SE，面向软件工程与企业生产力重构。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重构 AI 时代生产关系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平台设计要从「人用工具」升级为「人监督分身」： Agent 平台需内建审批、审计、结果验证与职责分离，匹配企业治理，而不是无限自治。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传统模式：以人为中心，职能分工、层级管理，受知识/经验与时间注意力边界约束。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个人助手模式：Agent 辅助个人，提升效率但不改变岗位与组织关系。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数字分身模式：九功数字分身成为新生产力核心；人承担规划/审查/验证/决策四类职责，形成新岗位、新组织与新生产关系。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九功数字分身技术架构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对标架构应明确 Sandbox 运行时与「分身资产中台」分层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底座 Agent Sandbox：计算/存储/网络，Kubernetes 原生生态。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Agent 运行时：Agent CLI、Pilot、Pod、工作区。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分身资产层：Knowledge、Skill、MCP 链接、Memory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数字分身的 Agent Sandbox 运行实践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100+ 常驻分身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数字分身的 Agent Sandbox 运行实践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200+ 动态拉起/销毁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云端开发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需求到部署的 Agent 化流水线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数字分身的 Agent Sandbox 运行实践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50+ CPU 使用；200G+ 内存使用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交互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数字分身驱动需求开发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任务计划可视化 + Agent 工作区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人的四职责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重构 AI 时代生产关系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规划 / 审查 / 验证 / 决策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启示要点：数字分身平台 = Agent Sandbox 运行时 + 资产中台（知识/技能/MCP/记忆）+ 企业治理；云端/本地双运行时与资产回流，是政企落地 AI4SE 的现实架构；人机职责分离（规划/审查/验证/决策）应写入产品与合规设计，匹配 专属云客户。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来源：https://yunqi.aliyun.com/2026/session?agendaId=201 · Talk 10 张栋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10 · 张栋 · 朗新科技集团 · AI4SE 负责人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产品定位：云端 Agent 平台 / Agent Sandbox</a:t>
            </a:r>
          </a:p>
        </p:txBody>
      </p:sp>
      <p:pic>
        <p:nvPicPr>
          <p:cNvPr id="8" name="Picture 7" descr="t03-42-3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朗新 AI 时代生产力：Agent Sandbox 云端平台定位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人的四职责：规划 / 审查 / 验证 / 决策</a:t>
            </a:r>
          </a:p>
        </p:txBody>
      </p:sp>
      <p:pic>
        <p:nvPicPr>
          <p:cNvPr id="12" name="Picture 11" descr="t03-43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九功数字分身：重构 AI 时代生产关系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资产四件套：Knowledge / Skill / MCP / Memory · 目标：更高研发效率 / 更好质量 / 更强组织能力</a:t>
            </a:r>
          </a:p>
        </p:txBody>
      </p:sp>
      <p:pic>
        <p:nvPicPr>
          <p:cNvPr id="16" name="Picture 15" descr="t03-46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九功数字分身技术架构：Sandbox → 执行层 → 企业应用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