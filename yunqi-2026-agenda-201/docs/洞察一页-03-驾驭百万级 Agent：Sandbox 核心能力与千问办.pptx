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Microsoft YaHei"/>
                <a:ea typeface="Microsoft YaHei"/>
              </a:rPr>
              <a:t>03 · 卢萌凯 / 严龙 · 阿里云 Agent Sandbox / 阿里巴巴 ATH·千问办公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2062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Microsoft YaHei"/>
                <a:ea typeface="Microsoft YaHei"/>
              </a:rPr>
              <a:t>洞察：按 Use/In/RL 三类负载设计沙箱规格、休眠策略与计费，是支撑百万至千万级办公 Agen…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07008"/>
            <a:ext cx="11521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一句话判断：本场前半由卢萌凯拆解 Agent Sandbox 三类核心负载（Use 短生命周期工具、In 长会话分身、RL/Eval 十万级并发）及极速版架构：E2B 兼容、MicroVM 六维隔离、浅/深休眠与快照降本、多级缓存…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01  三类 Sandbox 负载画像…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Agent Use：Code Interpreter、Browser/Comput…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Agent In：Coding Agent、长任务、数字分身、个人助手、多智能体协同；长生命周期、强状态依赖、低活跃利用率，要求会话亲…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Agent RL/Eval：SWE-bench、OSWorld、Computer Use 评测；批量 Rollout/重置/Fork/…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24528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02  极速版架构：E2B 兼容与增强…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生态接入：E2B SDK 原生、OpenAPI、MCP/CLI Agent 友好工…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统一生命周期语义的 OpenAPI/SDK；运行时为安全隔离 MicroVM，内置 E2B Native + 云原生增强。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增强项：差异化 QoS、深/浅休眠与快照；用户/目录级动态存储挂载；VPC 与 L4/L7 黑白名单；Agent Identity +…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9016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6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03  生产可用前提：六维安全隔离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风险画像：恶意代码执行、敏感数据泄露、沙箱逃逸、身份冒用/越权、多租户交叉污染。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方案：MicroVM 运行环境隔离；一实例一会话结束即毁；函数级权限与短时 STS/可轮换 token；会话动态挂载持久存储、销毁零残…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461772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三类 Sandbox 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结论：任一短板都会成为企业 A…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结论：任一短板都会成为企业 Age…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76856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86584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极速版架构：E2B 兼…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6584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生态：E2B SDK / Op…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86584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生态：E2B SDK / Open…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3672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43400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生产可用前提：六维安全…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网络默认：无公网出口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会话模型：1 函数实例 : 1 会…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0488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0216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浅休眠 + 深休眠 +…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0216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深休眠：~70% 降本，唤醒 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深休眠：~70% 降本，唤醒 &lt;1s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47304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57032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大规模并发：多级缓存与…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2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P99：冷 &lt;180ms；热 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57032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创建吞吐：100,000/分钟；规…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2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13848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千问办公五条硬要求与三…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13848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选型结论：能力要拿满，Infr…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13848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目标规模：千万级用户与海量并发任务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0807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可落地动作：按 Use/In/RL 三类负载设计沙箱规格、休眠策略与计费，是支撑百万至千万级办公 Agent 的前提。；极速版对标能力：E2B 兼容、MicroVM 六维隔离、浅/深休眠+快照、多级镜像缓存与网卡收敛，构成 HCS 与阿里云竞争力差距…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63733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来源：https://yunqi.aliyun.com/2026/session?agendaId=201 · Talk 03 卢萌凯 / 严龙  ·  视角：HCS 技术规划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03 · 卢萌凯 / 严龙 · 阿里云 Agent Sandbox / 阿里巴巴 ATH·千问办公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结论：任一短板都会成为企业 Age…</a:t>
            </a:r>
          </a:p>
        </p:txBody>
      </p:sp>
      <p:pic>
        <p:nvPicPr>
          <p:cNvPr id="8" name="Picture 7" descr="t00-51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28092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三类 Sandbox 负载画像与指标短板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生态：E2B SDK / Open…</a:t>
            </a:r>
          </a:p>
        </p:txBody>
      </p:sp>
      <p:pic>
        <p:nvPicPr>
          <p:cNvPr id="12" name="Picture 11" descr="t00-53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28092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极速版架构：E2B 兼容与增强运行时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会话模型：1 函数实例 : 1 会…</a:t>
            </a:r>
          </a:p>
        </p:txBody>
      </p:sp>
      <p:pic>
        <p:nvPicPr>
          <p:cNvPr id="16" name="Picture 15" descr="t00-55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28092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生产可用前提：六维安全隔离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