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08 · 车漾 / 熊峰 · 阿里云容器服务 ACK × 小红书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10896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Microsoft YaHei"/>
                <a:ea typeface="Microsoft YaHei"/>
              </a:rPr>
              <a:t>从「容器服务 × 小红书」议题看 ACK 围绕 Cost/Token 的 AI 推理降本与编排演进实践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ACK × 小红书以 Cost/Million Tokens = GPU小时成本 ÷ (Throughput × Utilization) 为北极星；用网关智能路由 + ModelScale 权重秒级加载 + InferenceKit 拓扑注入抬分母，用静态 PD→动态 RBG 演进编排，同 SLO 吞吐 2~3×、GPU 节省约 50%。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956816"/>
            <a:ext cx="5705856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2048256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Serving Stack 三件套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2377440"/>
            <a:ext cx="541324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技术启示：路由+权重分发+拓扑注入做成平台默认能力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网关：公平调度+负载/缓存亲和；TTFT -75%、ITL -40%、吞吐 3×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ModelScale：RDMA+GDR+P2P 分层权重；加载 120s→20s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InferenceKit：Webhook→Wrapper→插件；无静默、Summary 自证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NUMA 错配吞吐约 -13%~-14%；ICN64 vs RDMA 吞吐 +40%~55%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1956816"/>
            <a:ext cx="5705856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2048256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静态 PD → 动态 RBG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377440"/>
            <a:ext cx="541324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技术启示：按性能压力分阶段演进编排，先稳态再弹性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静态 GroupSet：组内 P:D 固定，Gang 成组；原地升级+四级缓存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动态 RBG：Role 一等公民，独立扩缩/发布；KVCache-Aware 选路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生产：同 SLO 吞吐 2~3×，GPU 节省约 50%；开源 sgl-project/rbg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向上延伸：快照复用 + Rollout 托管，承接训推一体执行面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535424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 TTFT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-75%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40279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13431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网关吞吐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13431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1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3×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38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0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权重加载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9390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120s → 20s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0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约 6×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197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5349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P2P vs OSS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49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Qwen3-32B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5349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13.5×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56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08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同 SLO 吞吐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08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08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2~3×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04115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77267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GPU 资源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77267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77267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节省 50%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5833872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技术启示：以 Cost/Token = GPU·h ÷ (Throughput × Utilization) 作为 Serving 控制面目标函数后，权重命中路径与 NUMA/互联拓扑必须进入与 TTFT/吞吐同级的发布准入与弹性观测，否则引擎侧增益会被冷启与错配放大抵消；编排则需从固定 P:D 的组级原语演进到 Role 级策略约束（独立扩缩、协同发布、KVCache-aware 选路），使动态 PD 与 Agent Rollout 复用同一调度语义与状态面。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6473952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来源：云栖大会 agendaId=201｜容器服务 × 小红书：大模型推理与 Agent RL · 车漾 / 熊峰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