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技术启示：路由+权重分发+拓扑注入做成平台默认能力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技术启示：按性能压力分阶段演进编排，先稳态再弹性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15584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技术启示：以 Cost/Token 统一经营与技术目标；把缓存亲和路由、分层权重分发、拓扑感知注入固化进 Serving Stack；按性能压力分阶段演进编排——静态 PD 做成组调度/原地升级/容量防护稳态基座，RBG 做角色解耦与策略协同弹性控制面，持续兑现吞吐提升、时延下降与 GPU 利用率改善。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30936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