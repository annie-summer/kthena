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 PAI｜第 1/2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从「Agentic Inference：推理系统的全链路优化」看阿里云 PAI 围绕有状态推理全链路优化的创新实践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116128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25296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一句话判断：Agentic Inference 将推理从无状态 QPS 服务，重构为「长上下文 + KV 前缀命中 + Token 级流控 + 会话亲和」系统问题；PAI 以流量调度 / 引擎执行 / 全局缓存三层协同，并用 Session/Cache-Aware 调度与智能选模同时抬 TTFT/TPS、压综合成本。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47088"/>
            <a:ext cx="3749039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92024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01  Agentic 负载四特征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212848"/>
            <a:ext cx="3529583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技术启示：调度目标函数切到 Session×KV命中×Token成本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长上下文：百→数万 Token；4K 请求 KV 可超 200MB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KV 高命中：多轮前缀重叠，命中率决定 TTFT/吞吐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Token 级规划：长请求成本远高于短请求，禁只用 QPS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有状态调度：同会话回原实例；伸缩须保持 KV 连续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847088"/>
            <a:ext cx="3749039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92024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02  三层架构 × 五层路由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212848"/>
            <a:ext cx="3529583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技术启示：控制面五层能力与执行/缓存面必须同代交付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调度层：统一 API、热更新治理、容错、智能择址、实例角色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执行层：全形态 PD、TP/EP/DP 感知、vLLM/SGLang/自定义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缓存层：DRAM+SSD 池、RDMA 直通、L1/L2/L3 命中可视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路由五层：入口→治理→容错→调度→Normal/P/D 实例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1847088"/>
            <a:ext cx="3749039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0" y="192024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03  亲和调度 + 智能选模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0" y="2212848"/>
            <a:ext cx="3529583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技术启示：策略级联提命中，难度分流做质量-成本帕累托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Session-Aware(300)：strict/soft，过载熔断回退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Cache-Aware(200)：块哈希索引；Least-Token(0) 兜底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PD/DP Rank 差异化：P 追前缀，D 追负载，MoE 防局部过热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Auto 选模 L1/L2/L3：客户端写 auto，无实例自动切候选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462272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700016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736592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Cache 命中率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919472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基线→Cache-Aware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5157216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38.65%→78.62%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700016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3431" y="4736592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1" y="4919472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3431" y="5157216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-33.3%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700016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0" y="4736592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0" y="4919472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0" y="5157216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700016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49" y="4736592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选模质量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49" y="4919472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纯L1→Auto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49" y="5157216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47.3%→82.7%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700016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08" y="4736592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选模成本指数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08" y="4919472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纯L3→Auto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08" y="5157216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100→35.1(-65%)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700016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77267" y="4736592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流量承接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67" y="4919472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L1+L2 占比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67" y="5157216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85%+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779008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833872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技术启示：把 Session 亲和、KV 命中率、TPM/Token 配额写入调度 SLO；用「五层路由 + PD/并行感知引擎 + 全局 KV」替代单点算子优化；用难度分流选模固化质量-成本帕累托，让旗舰模型只承接难题流量。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30936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来源：云栖大会｜阿里云 PAI《Agentic Inference：推理系统的全链路优化》· 覆盖第1–5章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05 · 续 · 平台能力闭环｜第 2/2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从「联邦·可观测·治理·引擎·FlashKV·分发·机密计算」看 PAI 将 Agentic 推理做成可运营平台能力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33856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一句话判断：在调度与选模之上，PAI 补齐跨 Region 库存联邦、Token/Coding 订阅闸门、可用性感知灰度、离线批量错峰、录制回放资产化，以及 FlashKV/CacheFS 与 TEE 可验证安全，形成生产级 Agentic Serving。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3749039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810512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04  联邦·观测·流控·灰度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03120"/>
            <a:ext cx="3529583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技术启示：库存、计量、发布必须进入控制面默认能力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联邦：PRIMARY 全局 Watch；成员区按实例 ID 透明转发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观测：TTFT/TPOT/排队分位 + L1/L2/L3 命中 + 实例画像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流控：Coding/Token Plan；时段/并发/RPM·TPM/周期四闸门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灰度：权重即生命周期；可用性感知；PD 配对完整性校验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737360"/>
            <a:ext cx="3749039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810512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05  批量·回放·引擎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103120"/>
            <a:ext cx="3529583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技术启示：流量资产化 + 全形态 PD 统一接入，降低发布与评测成本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批量：≤5万行/200MB；高峰让路、夜间吃尽闲置 GPU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录制回放：字节级保真 + 原节奏；发布前用真实流量验收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PD 三模式：Prefill代理 / 网关调度 / Decode主导 全兼容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并行感知：P→TP；D→DP Rank；MoE 防局部过热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1737360"/>
            <a:ext cx="3749039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0" y="1810512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06  FlashKV·分发·机密计算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0" y="2103120"/>
            <a:ext cx="3529583" cy="2084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技术启示：消除弹性税与冷启动税，并把安全升级为可验证执行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FlashKV：引擎只留活跃 KV；DRAM/SSD + RDMA 零拷贝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命中再升：78.62%→94.32%；TTFT -25%；TPS +40%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CacheFS/CacheRoot：P2P+中心缓存，加载数十分钟→秒级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PAI-CC：本地加密上云→远程证明放行→TEE 内端到端密态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40740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平台能力关键指标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645152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681728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FlashKV 命中率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864608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叠加全局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5102352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78.62%→94.32%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645152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3431" y="4681728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FlashKV 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1" y="4864608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相对前一阶段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3431" y="5102352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-25%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645152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0" y="4681728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FlashKV 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0" y="4864608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相对前一阶段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0" y="5102352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+40%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645152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49" y="4681728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模型加载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49" y="4864608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远端直读→分发加速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49" y="5102352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数十分钟→秒级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645152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08" y="4681728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批量规格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08" y="4864608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单任务上限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08" y="5102352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5万行 / 200MB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645152"/>
            <a:ext cx="1874519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77267" y="4681728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安全形态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67" y="4864608"/>
            <a:ext cx="1746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承诺式→可验证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67" y="5102352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TEE+远程证明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797296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技术启示：用跨 Region 联邦吃尽 Spot 库存；用四维闸门把 Token 经济写进准入路径；用可用性感知灰度与录制回放把发布风险前移；用 FlashKV/CacheFS 消除缩容与加载税；用 TEE+远程证明将模型/Prompt 保护从口头承诺升级为硬件背书的可验证执行。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291072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来源：云栖大会｜阿里云 PAI《Agentic Inference：推理系统的全链路优化》· 覆盖第6–15章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