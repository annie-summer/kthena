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沈健 · 洞察时空 · 副总裁 / 平台技术负责人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洞察：时空智能是「数据飞轮 + 世界模型 + 行业决策」组合，HCS 要同时补 EO 数据面、异构训推与行业 SLA 方案包。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一句话判断：洞察时空提出时空智能 Infra 的「感-算-决」一体化架构：从 LLM「会说话」跃迁到物理世界模型「懂世界」，以卫星/多源 EO 数据作为 AI 与物理世界对齐的关键反馈入口。基于 ACK 云原生 AI 套件构建卫星任务调度、时空数据湖、算法与预测决策平台，落地气象、新能源功率与电力现货等行业场景，并以 API/MCP/Agent 开放产业生态。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感-算-决一体化定位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若服务智慧城市/能源/应急类客户，需在容器 AI 平台之上显式规划「时空数据接入 → 训练推理 → 决策服务」闭环产品线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议题定位：构建感知（卫星/多源数据）—计算（时空数据湖与训练推理）—决策（预测/推演服务）一体化技术架构。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演讲方为洞察时空平台技术负责人，强调与云栖/容器智算底座协同落地。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从 LLM 到物理世界模型（WM）的能力跃迁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AI 平台规划应区分「语言智能」与「世界模型/物理智能」两套工作负载画像：后者强调时空演化仿真、因果约束与长周期推演算力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对象：LLM 面向人类约定的语言符号；WM 面向客观物理世界。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求解：LLM 显式化人类规则；WM 探索客观规律（对象、关系、因果、物理约束）。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能力：LLM 模仿交流与信息处理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不止智驾与具身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政企与能源客户是时空智能的主战场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适用系统特征：可观测状态、时空演化、受物理规律与因果约束。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尺度演进：微观数据 → 区域中观 → 宏观全域数据上的大尺度物理世界模型。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应用域覆盖矿产/新能源/油气管网/农业水利/远洋物流/供应链/城市管理/金融保险/出行，以及智驾、具身、海洋渔业等。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架构口号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感 · 算 · 决一体化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跃迁轴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跃迁轴：LLM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WM（物理世界模型）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不止智驾与具身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13+ 垂直行业域示意覆盖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反馈形态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预测态 vs EO 观测态的 delta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2025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~10 PB/年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2030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~300 PB/年（约 30x）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可落地动作：时空智能是「数据飞轮 + 世界模型 + 行业决策」组合，HCS 要同时补 EO 数据面、异构训推与行业 SLA 方案包；把卫星观测做成物理世界对齐反馈，是区别于通用 LLM 平台的差异化能力；开放面上 API + MCP + Agent 三通道，便于政企生态集成，HCS 应同步提供 MCP 网关与专属云落地形态。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07 沈健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沈健 · 洞察时空 · 副总裁 / 平台技术负责人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架构口号：感 · 算 · 决一体化</a:t>
            </a:r>
          </a:p>
        </p:txBody>
      </p:sp>
      <p:pic>
        <p:nvPicPr>
          <p:cNvPr id="8" name="Picture 7" descr="t02-3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时空智能 Infra：感-算-决一体化定位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跃迁轴：LLM → WM（物理世界模型）</a:t>
            </a:r>
          </a:p>
        </p:txBody>
      </p:sp>
      <p:pic>
        <p:nvPicPr>
          <p:cNvPr id="12" name="Picture 11" descr="t02-31-3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从 LLM 到物理世界模型（WM）的能力跃迁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13+ 垂直行业域示意覆盖</a:t>
            </a:r>
          </a:p>
        </p:txBody>
      </p:sp>
      <p:pic>
        <p:nvPicPr>
          <p:cNvPr id="16" name="Picture 15" descr="t02-33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大尺度物理世界模型：不止智驾与具身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