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</a:rPr>
              <a:t>06 · 蒋忠波 · 大众CARIAD中国 · 云平台和AI效能研发总监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47472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Microsoft YaHei"/>
                <a:ea typeface="Microsoft YaHei"/>
              </a:rPr>
              <a:t>洞察：企业工程化AI的胜负手不是单点模型，而是「知识骨架 + MCP工具原子化 + Agent分工 + 合规横切」。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07008"/>
            <a:ext cx="11612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6187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一句话判断：CARIAD 知识、流程和智能系统——LLM的概率性本质与汽车软件工程对规模、复杂度、协作与稳定产出的刚性要求。CEA AI效能平台三层架构（模型服务 / HARNESS / 业务应用），并以整车故障归因系统证明：用知识骨架引导符号推理，才能把Agent从演示变成可审计、可版本管理的工程资产。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84831"/>
            <a:ext cx="3749039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2176271"/>
            <a:ext cx="3493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01  从个人能力到企业级稳定产出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2487167"/>
            <a:ext cx="3493007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只做「个人Copilot渗透率」，难以过企级验收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目标路径：个人提效 → 企业提效，不是再堆Prompt，而是建设可规模化的工程体系。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四维挑战：规模庞大、复杂度高、分工协作、产出稳定。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本质约束：LLM-AI的本质特征是概率性，企业落地必须用工程手段对冲幻觉与不稳定。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1" y="2084831"/>
            <a:ext cx="3749039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7" y="2176271"/>
            <a:ext cx="3493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02  三层架构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7" y="2487167"/>
            <a:ext cx="3493007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可对标建设「模型层—工具MCP层—业务Agent层」分层，避免把企业系统能力直接硬编码进Prompt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第一层模型服务层基于阿里云PAI：推理网关（统一API/智能路由）、开源模型部署（GLM/Qwen/DeepSeek/MiniMax）、后训练（数据集管理与开源微调）、GPU资源管理（NV GPU/IPU等）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第二层HARNESS：桌面Agent框架（Open Code、DeepSeek Harness + CEA自有技能/插件）与云端长时任务Agent（统一Memory）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第三层业务应用：CEA Skill Hub（技能/插件/MCP）+ 软件研发/项目管理/故障分析/EE架构分析Agents，支撑故障归因、软件研发、整车交付等系统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1582" y="2084831"/>
            <a:ext cx="3749039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8" y="2176271"/>
            <a:ext cx="3493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03  整车故障归因多Agent流水线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8" y="2487167"/>
            <a:ext cx="3493007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高价值场景应「流程嵌入优先」：工单系统、IM、本体、代码图谱与Agent同闭环。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业务侧打通整车测试工程师、系统架构师、子领域工程师协作，整合进整车研发流程，并接入Jira工单状态与IM机器人通知。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方案三步：相似度分析（工单RAG + 工单分析Agents）→ 定界分析/智能诊断（整车本体 + 定界Agents）→ 定位分析/代码分析（代码图谱 + 定位Agents）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覆盖集成测试与整车测试，把故障归因从人工串行变成知识驱动的Agent流水线。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55371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Microsoft YaHei"/>
                <a:ea typeface="Microsoft YaHei"/>
              </a:rPr>
              <a:t>关键指标对比与提升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案例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关键能力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定界分析平均约20分钟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0279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31719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案例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19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关键能力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19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定位/代码分析小于20分钟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38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78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业务领域拓展与平台持续优化（V0.5→V0.8）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78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平台版本：V0.5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78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V0.8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197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37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01 工程化AI提效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37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议题结构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37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对企业而言的必要性与需解决的问题。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56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6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局限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6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关键技术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6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概率统计带来幻觉与多跳推理薄弱；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04115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95555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工程化AI提效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55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目标路径：个人提效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95555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企业提效，不是再堆Prompt，而是建设可规模化的工程体系。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5870448"/>
            <a:ext cx="12191695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594360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启示要点：企业工程化AI的胜负手不是单点模型，而是「知识骨架 + MCP工具原子化 + Agent分工 + 合规横切」；汽车软件场景证明：RAG/本体/代码图谱与多Agent流水线结合，可将定界与定位压缩到约20分钟量级。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6437376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来源：https://yunqi.aliyun.com/2026/session?agendaId=123 · Talk 06 蒋忠波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</a:rPr>
              <a:t>06 · 蒋忠波 · 大众CARIAD中国 · 云平台和AI效能研发总监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</a:rPr>
              <a:t>数据佐证｜官方回放截图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43000"/>
            <a:ext cx="34969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从个人能力到企业级稳定产出</a:t>
            </a:r>
          </a:p>
        </p:txBody>
      </p:sp>
      <p:pic>
        <p:nvPicPr>
          <p:cNvPr id="8" name="Picture 7" descr="t01-50-00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946380"/>
            <a:ext cx="3496970" cy="29652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9768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工程化AI提效：从个人能力到企业级稳定产出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7634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7362" y="1143000"/>
            <a:ext cx="34969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三层架构</a:t>
            </a:r>
          </a:p>
        </p:txBody>
      </p:sp>
      <p:pic>
        <p:nvPicPr>
          <p:cNvPr id="12" name="Picture 11" descr="t01-52-00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362" y="1946380"/>
            <a:ext cx="3496970" cy="29652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47362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三层架构：CEA AI效能平台（模型服务 / HARNESS / 业务应用）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5228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4956" y="1143000"/>
            <a:ext cx="34969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定界分析平均约20分钟 · 定位/代码分析小于20分钟</a:t>
            </a:r>
          </a:p>
        </p:txBody>
      </p:sp>
      <p:pic>
        <p:nvPicPr>
          <p:cNvPr id="16" name="Picture 15" descr="t01-56-00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956" y="1946380"/>
            <a:ext cx="3496970" cy="29652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64956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案例：整车故障归因多Agent流水线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3550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截图裁自云栖大会官方回放幻灯主体，作指标与结论佐证。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