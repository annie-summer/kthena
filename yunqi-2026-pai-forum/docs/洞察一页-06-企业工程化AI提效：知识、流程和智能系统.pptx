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洞察：企业工程化AI的胜负手不是单点模型，而是「知识骨架 + MCP工具原子化 + Agent分工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一句话判断：蒋忠波分享大众CARIAD如何把「个人用好大模型」升级为「企业工程化AI提效」。核心矛盾是LLM的概率性本质与汽车软件工程对规模、复杂度、协作与稳定产出的刚性要求。演讲给出CEA AI效能平台三层架构（模型服务 / H…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工程化AI提效：从个人能力到企…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目标路径：个人提效 → 企业提效，不是再堆Prompt，而是建设可规模化的工程体系。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四维挑战：规模庞大、复杂度高、分工协作、产出稳定。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本质约束：LLM-AI的本质特征是概率性，企业落地必须用工程手段对冲幻觉与不稳定。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三层架构：CEA AI效能平台…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第一层模型服务层基于阿里云PAI：推理网关（统一API/智能路由）、开源模型部署（…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第二层HARNESS：桌面Agent框架（Open Code、DeepSeek Harness + CEA自有技能/插件）与云端长时任…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第三层业务应用：CEA Skill Hub（技能/插件/MCP）+ 软件研发/项目管理/故障分析/EE架构分析Agents，支撑故障归…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横切能力贯穿三层：访问控制、安全、日志审计、合规治理。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案例：整车故障归因多Agent…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业务侧打通整车测试工程师、系统架构师、子领域工程师协作，整合进整车研发流程，并接入…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方案三步：相似度分析（工单RAG + 工单分析Agents）→ 定界分析/智能诊断（整车本体 + 定界Agents）→ 定位分析/代码…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覆盖集成测试与整车测试，把故障归因从人工串行变成知识驱动的Agent流水线。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工程化AI提效：从个人…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目标路径：个人提效 → 企业提…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目标路径：个人提效 → 企…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三层架构：CEA AI…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第一层模型服务层基于阿里云PA…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第一层模型服务层基于阿里云…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案例：整车故障归因多A…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定位/代码分析小于20分钟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关键技术：LLM结合符…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局限：概率统计带来幻觉与多跳推…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局限：概率统计带来幻觉与多…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业务领域拓展与平台持续…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双环演进：上环不断拓展业务领域…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平台版本：V0.5 → V0.8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议题结构：必要性—架构…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01 工程化AI提效：对企业而…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工程化AI提效：对企…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可落地动作：企业工程化AI的胜负手不是单点模型，而是「知识骨架 + MCP工具原子化 + Agent分工 + 合规横切」。；汽车软件场景证明：RAG/本体/代码图谱与多Agent流水线结合，可将定界与定位压缩到约20分钟量级。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06 蒋忠波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工程化AI提效：从个人能力到企业级稳定…</a:t>
            </a:r>
          </a:p>
        </p:txBody>
      </p:sp>
      <p:pic>
        <p:nvPicPr>
          <p:cNvPr id="8" name="Picture 7" descr="t01-5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工程化AI提效：从个人能力到企业级稳定产出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三层架构：CEA AI效能平台（模型服…</a:t>
            </a:r>
          </a:p>
        </p:txBody>
      </p:sp>
      <p:pic>
        <p:nvPicPr>
          <p:cNvPr id="12" name="Picture 11" descr="t01-5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三层架构：CEA AI效能平台（模型服务 / HARN…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</a:t>
            </a:r>
          </a:p>
        </p:txBody>
      </p:sp>
      <p:pic>
        <p:nvPicPr>
          <p:cNvPr id="16" name="Picture 15" descr="t01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案例：整车故障归因多Agent流水线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