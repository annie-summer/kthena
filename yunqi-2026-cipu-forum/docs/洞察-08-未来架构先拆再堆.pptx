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08-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91695" cy="508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F0A2C"/>
                </a:solidFill>
                <a:latin typeface="Microsoft YaHei"/>
                <a:ea typeface="Microsoft YaHei"/>
              </a:rPr>
              <a:t>未来架构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先拆再堆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  <a:ea typeface="Microsoft YaHei"/>
              </a:rPr>
              <a:t>预填充解码拆分 · 注意力前馈解耦 · 仿真选型前移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  <a:ea typeface="Microsoft YaHei"/>
              </a:rPr>
              <a:t>演讲：李文韬 · 阿里云智能集团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洞察演示文稿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目录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｜本场结构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6187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核心判断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先拆分再堆料，先仿真再到柜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124712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134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拆分路径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阶段拆分与层内解耦可组合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0156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649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指标与证据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033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上下文、稀疏激活与仿真精度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1124712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5196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5312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165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行动建议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548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并行推进架构与仿真开源验证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 /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判断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｜拆分优于堆料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3152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一句话结论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让注意力与键值、前馈与专家各得其所；没有高保真仿真，配比无法在到货前收敛。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关键判断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模型与硬件容量、带宽、算力增长不同步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预填充、注意力解码、前馈解码的资源画像显著不同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层内解耦比单纯做更大超节点更贴近混合专家结构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开源推理引擎是架构创新扩散通道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05840"/>
            <a:ext cx="3657600" cy="50292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先拆分，再堆料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先仿真，再到柜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先验证业务配比，再定采购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核心判断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路径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｜两级拆分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7160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7488" y="147913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89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F0A2C"/>
                </a:solidFill>
                <a:latin typeface="Microsoft YaHei"/>
                <a:ea typeface="Microsoft YaHei"/>
              </a:rPr>
              <a:t>阶段级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预填充解码拆分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预填充与解码分离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经键值传递衔接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硬件可独立配比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657600" cy="484632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80" y="137160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7968" y="147913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389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F0A2C"/>
                </a:solidFill>
                <a:latin typeface="Microsoft YaHei"/>
                <a:ea typeface="Microsoft YaHei"/>
              </a:rPr>
              <a:t>层内级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注意力前馈解耦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注意力池与专家池往返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每层调度分发与汇合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贴近混合专家结构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097280"/>
            <a:ext cx="365760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09728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6760" y="137160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38448" y="147913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389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F0A2C"/>
                </a:solidFill>
                <a:latin typeface="Microsoft YaHei"/>
                <a:ea typeface="Microsoft YaHei"/>
              </a:rPr>
              <a:t>硬件级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011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两侧专用卡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517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注意力侧：大容量高带宽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前馈侧：高效矩阵算力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握手互联协同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4 /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拆分路径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指标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｜趋势与仿真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CF0A2C"/>
                </a:solidFill>
                <a:latin typeface="Microsoft YaHei"/>
                <a:ea typeface="Microsoft YaHei"/>
              </a:rPr>
              <a:t>百万级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上下文长度压力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十二万八千 → 约百万级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来源：模型趋势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515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0515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716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CF0A2C"/>
                </a:solidFill>
                <a:latin typeface="Microsoft YaHei"/>
                <a:ea typeface="Microsoft YaHei"/>
              </a:rPr>
              <a:t>稀疏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860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参数激活形态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517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总参可达万亿级 / 激活约九百五十亿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1752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来源：混合专家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0515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0515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3716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CF0A2C"/>
                </a:solidFill>
                <a:latin typeface="Microsoft YaHei"/>
                <a:ea typeface="Microsoft YaHei"/>
              </a:rPr>
              <a:t>96%+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860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仿真整体准确率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517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无实物端到端与微架构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01752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来源：震旦仿真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862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CF0A2C"/>
                </a:solidFill>
                <a:latin typeface="Microsoft YaHei"/>
                <a:ea typeface="Microsoft YaHei"/>
              </a:rPr>
              <a:t>高带宽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006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前馈侧器件画像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1663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低容量高带宽极端点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53212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来源：路线对照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5661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5661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8862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CF0A2C"/>
                </a:solidFill>
                <a:latin typeface="Microsoft YaHei"/>
                <a:ea typeface="Microsoft YaHei"/>
              </a:rPr>
              <a:t>可组合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8006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拆分架构形态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1663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阶段拆分 + 层内解耦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53212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来源：未来方案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5661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5661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38862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CF0A2C"/>
                </a:solidFill>
                <a:latin typeface="Microsoft YaHei"/>
                <a:ea typeface="Microsoft YaHei"/>
              </a:rPr>
              <a:t>前移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8006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导入方式变化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1663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仿真 → 合入 → 联调验证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53212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来源：落地节奏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5 /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关键指标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行动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｜落地清单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132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1323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6304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1768" y="157057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研发并行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拆分架构与仿真器同步推进，而不是等硬件到柜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7132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71323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88036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1768" y="298789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8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生态验证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跟踪仿真合入与解耦方案开源进展，提前跑业务模型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7132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71323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9768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1768" y="440521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采购前移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262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用仿真收敛两侧配比与互联设计，再做超节点与专用卡决策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051560"/>
            <a:ext cx="3840480" cy="4846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325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F0A2C"/>
                </a:solidFill>
                <a:latin typeface="Microsoft YaHei"/>
                <a:ea typeface="Microsoft YaHei"/>
              </a:rPr>
              <a:t>自查三问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9202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一、是否仍在单卡堆料？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二、到货前有没有仿真配比？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三、注意力与前馈是否分开规划？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6 /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行动建议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Microsoft YaHei"/>
                <a:ea typeface="Microsoft YaHei"/>
              </a:rPr>
              <a:t>欢迎交流讨论 · 基于二零二六云栖大会回放整理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