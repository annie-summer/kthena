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/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洞察：Cost/Token 是推理平台经营与技术的共同北极星，Serving Stack 需全链路可归因。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一句话判断：阿里云容器服务与小红书联合分享生产级 LLM 推理与 Agent RL 实践：以 Cost per Token 为 Day1 北极星，通过 ACK AI Serving Stack（推理网关、InferenceKit、Mooncake/ModelScale 权重分发、分布式 KV）与小红书侧静态 PD→RBG 多角色编排、动态 PD 弹性及 Agent Sandbox/Rollout 管线，把冷启动、吞吐、发布与 RL 轨迹成本压到生产可接受区间。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Cost per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推理经营看板应以 Cost/Token（或 Token 毛利）替代单纯卡时售卖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公式：Cost per Million Tokens = GPU 小时成本 / (吞吐 tokens/s × GPU 利用率)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分子降本：GPU 选型、潮汐混部、Spot。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分母提效：PD 分离、EP/DP 并行、KVCache Offload/复用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全链路降 Token 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应对标打造「推理网关 + 引擎注入层 + 权重/KV 分发 + PD 编排」完整 Serving Stack，而不是只封装开源引擎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栈结构：ACK 推理网关 → 模型层 → InferenceKit（Webhook/Python Wrapper/进程内插件三级注入：启动加速、NUMA、投机解码）→ RBG/LWS 负载管理（vLLM/SGLang/TRT-LLM/lm-deploy，TP/PP/EP，PD 分离 + 外置分布式 KV）→ ModelScale 权重缓存（Mooncake RDMA P2P）→ 灵骏/ECS/EGS + eRDMA/CPFS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实测相对开源基线显著提升冷启与场景吞吐。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RDMA 原生权重分层搬运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专属云若无 RDMA/GDR 与分布式权重缓存，大模型弹性扩容会卡在分钟级加载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痛点：TCP/无 GDR/无 P2P/存储带宽不随弹性扩展，导致百 GB–TB 级权重加载拖垮冷启与弹性 SLA。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方案：冷（OSS）→ 温（Mooncake DRAM/SSD）→ 热（FlashGPU HBM）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北极星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Cost per Million Tokens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三杠杆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GPU 成本 / 吞吐 / 利用率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模型加载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模型加载：120s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20s（约 6x）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全链路降 Token 成本·2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Agentic Coding 吞吐 2.69x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全链路降 Token 成本·3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RAG 1.44x；长文写作 1.80x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权重加载进入秒级时代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可落地动作：Cost/Token 是推理平台经营与技术的共同北极星，Serving Stack 需全链路可归因；权重分层（OSS→Mooncake→FlashGPU）与 PD/RBG 编排是互联网大模型生产的两块硬骨头；静态组级发布是过渡态，Role 级策略协同 + KV 感知路由 + RL 快照管线才是 Agent 时代基础设施形态。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08 车漾 / 熊峰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/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北极星：Cost per Million Tokens · 三杠杆：GPU 成本 / 吞吐 / 利用率</a:t>
            </a:r>
          </a:p>
        </p:txBody>
      </p:sp>
      <p:pic>
        <p:nvPicPr>
          <p:cNvPr id="8" name="Picture 7" descr="t02-52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Day1 北极星：Cost per 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模型加载：120s → 20s（约 6x） · Agentic Coding 吞吐 2.69x</a:t>
            </a:r>
          </a:p>
        </p:txBody>
      </p:sp>
      <p:pic>
        <p:nvPicPr>
          <p:cNvPr id="12" name="Picture 11" descr="t02-54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AI Serving Stack：全链路降 Token 成本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目标：权重加载进入秒级时代 · 路径：OSS / Mooncake / FlashGPU / P2P</a:t>
            </a:r>
          </a:p>
        </p:txBody>
      </p:sp>
      <p:pic>
        <p:nvPicPr>
          <p:cNvPr id="16" name="Picture 15" descr="t02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Fluid ModelScale：RDMA 原生权重分层搬运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