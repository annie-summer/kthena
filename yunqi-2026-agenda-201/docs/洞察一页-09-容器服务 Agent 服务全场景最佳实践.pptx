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09 · 胡光 · 阿里云智能集团 · 高级产品专家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</a:rPr>
              <a:t>洞察：容器运维 Agent 是「工具 MCP + 领域知识 + 护栏」工程，不是单纯对话机器人。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11612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一句话判断：阿里云 ACK——面向 Kubernetes 的自主智能运维，覆盖 Day0 集群设计到 DayN 自治协同全生命周期。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01  容器服务 Agent 全场景定位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需要把「容器运维 Agent」列为独立产品能力，对标客户超大规模集群运维痛点（稳定/自动/安全/成本），避免只做通用大模型对话入口。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标题主张：智能体自治时代，用智能重塑基础设施运维。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服务对象为 Kubernetes/ACK 集群全生命周期，而非单一 Chat 助手。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7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02  超大规模集群运维四关注点与行业背景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7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规划输入可直接采用「稳定/自动/安全/成本」四象限作为 运维 Agent 需求基线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稳定：偶发异常处置慢，缺长效降风险机制。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自动化：减少重复人工，缩短全链路迭代。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安全：CVE/配置/运行时风险缺统一视角。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03  自主智能运维架构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建设「MCP 工具集 + 领域知识库 + 护栏审批」三段式运维 Agent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能力层：自动异常感知（200+ 分析）、规划部署、智能诊断修复、安全治理、7×24 自主运维、集群优化。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中枢：多智能体协作、任务规划编排、Skills/MCP 可扩展、Routines/Channels、安全护栏与审批、持续自动评测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底座：ACK MCP Servers（资源/集群/可观测成本/故障诊断）+ ACK 知识库 + 云资源 MCP/CLI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537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MTTR 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钉钉移动端分钟级自治闭环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65%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79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19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任务完成率 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19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自主智能运维架构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19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85%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8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8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钉钉移动端分钟级自治闭环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8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8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86% 任务移动端处理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197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7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根因分析准确率 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7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自主智能运维架构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37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90%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56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6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钉钉移动端分钟级自治闭环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6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6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高风险变更 100% 人工确认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5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55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超大规模集群运维四关注点与行业背景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55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55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82% 容器用户生产部署 K8s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启示要点：容器运维 Agent 是「工具 MCP + 领域知识 + 护栏」工程，不是单纯对话机器人；Day0–N 分期与 Human-in-Loop 是政企专属云可接受的落地路径；分钟级闭环与 &gt;80% 客户渗透（演讲披露）表明该能力已进入规模化， 需尽快形成可对标方案。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437376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来源：https://yunqi.aliyun.com/2026/session?agendaId=201 · Talk 09 胡光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09 · 胡光 · 阿里云智能集团 · 高级产品专家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定位：全场景容器运维 Agent</a:t>
            </a:r>
          </a:p>
        </p:txBody>
      </p:sp>
      <p:pic>
        <p:nvPicPr>
          <p:cNvPr id="8" name="Picture 7" descr="t03-24-30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46380"/>
            <a:ext cx="3496970" cy="29652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智能体自治时代：容器服务 Agent 全场景定位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66% 组织用 K8s 托管 GenAI（CNCF 2025） · 82% 容器用户生产部署 K8s</a:t>
            </a:r>
          </a:p>
        </p:txBody>
      </p:sp>
      <p:pic>
        <p:nvPicPr>
          <p:cNvPr id="12" name="Picture 11" descr="t03-26-00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1946380"/>
            <a:ext cx="3496970" cy="29652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超大规模集群运维四关注点与行业背景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200+ 异常分析覆盖 · 根因分析准确率 &gt;90%</a:t>
            </a:r>
          </a:p>
        </p:txBody>
      </p:sp>
      <p:pic>
        <p:nvPicPr>
          <p:cNvPr id="16" name="Picture 15" descr="t03-28-00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1946380"/>
            <a:ext cx="3496970" cy="29652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容器服务 Agent：自主智能运维架构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