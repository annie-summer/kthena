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Microsoft YaHei"/>
                <a:ea typeface="Microsoft YaHei"/>
              </a:rPr>
              <a:t>09 · 施兴 · 阿里云人工智能平台PAI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206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Microsoft YaHei"/>
                <a:ea typeface="Microsoft YaHei"/>
              </a:rPr>
              <a:t>洞察：TurboX把Physical AI加速拆成运行时、数据、算子与算法沉淀，并与PAI训推产品闭…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07008"/>
            <a:ext cx="11521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一句话判断：施兴介绍阿里云PAI上的Physical AI加速方案TurboX：覆盖具身智能、智驾训练与世界模型。针对数据供给、算子搬运、显存重算与跨卡通信四类瓶颈，给出流式数据管线、Prefix-LM Attention拆分、A…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01  TurboX总体架构：工具套件…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应用域：具身智能（数据管线/GR00T/Pi/VLA）、智驾训练（BEV系列/Un…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工具套件：TurboX-Benchmark、Doctor、Agent、Optimizer、Algorithms。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四层加速：系统运行时（CPU/NUMA/HugePage，Affinity/NoGIL）、数据与输入（DataLoader/RDL）、…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底座闭环：PAI-DSW算法开发、PAI-DLC生产训练、PAI-EAS模型服务。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02  计算瓶颈画像：数据、算子、显存…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数据供给与调度：具身视频管线/智驾与VLA训练中，预处理未完成导致下游等待，上游占…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计算与数据搬运：BEV/VLA/世界模型中小算子过多导致中间结果反复读写；不变输入（文本Prompt/参考图）被重复送入编码器。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显存与重复计算：多视角长序列激活与状态挤占显存，Batch受限并被迫重算，进一步拉长训练。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通信与跨卡等待：多机训练/多视角特征交换中Gather后再Split，产生无效传输。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03  具身智能数据管线：流式并行与资…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流式处理：片段就绪即进入下一阶段，重叠工具处理/三维重建/切图校验/VLM标注/转…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细粒度任务：长视频拆成多片段（示例32块）减少拖尾，提升资源利用率。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取消整批等待：已完成窗口立即拼接，不等最慢片段。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合理分配GPU：提前启动VLM标注并保持并发，避免GPU空转。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46177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TurboX总体架构：…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应用域：具身智能（数据管线/G…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应用域：具身智能（数据管线…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6856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86584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计算瓶颈画像：数据、算…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6584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数据供给与调度：具身视频管线/…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6584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数据供给与调度：具身视频管…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3672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具身智能数据管线：流式…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细粒度拆分：总时延约降83%（…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立即拼接：示例时延约降24%（17…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0488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216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Prefix-LM A…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216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端到端训练吞吐约+31%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端到端训练吞吐约+31%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47304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57032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世界模型训练：减少跨卡…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视角合批：时间约-3.0%，显…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7032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通信量约减少75%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2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1384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世界模型：算法与工程协…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1384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推理速度加速约62%–87%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1384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训练耗时加速约19%–40%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0807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可落地动作：TurboX把Physical AI加速拆成运行时、数据、算子与算法沉淀，并与PAI训推产品闭环。；世界模型场景的关键增益来自通信形态改造、视角合批、零贡献帧删除与Prefix-LM FlashAttention化；整体训练吞吐可提升约4…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3733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09 施兴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09 · 施兴 · 阿里云人工智能平台PAI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TurboX总体架构：工具套件 + 四…</a:t>
            </a:r>
          </a:p>
        </p:txBody>
      </p:sp>
      <p:pic>
        <p:nvPicPr>
          <p:cNvPr id="8" name="Picture 7" descr="t02-48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28092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TurboX总体架构：工具套件 + 四层加速 + PA…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计算瓶颈画像：数据、算子、显存与通信</a:t>
            </a:r>
          </a:p>
        </p:txBody>
      </p:sp>
      <p:pic>
        <p:nvPicPr>
          <p:cNvPr id="12" name="Picture 11" descr="t02-51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28092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计算瓶颈画像：数据、算子、显存与通信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立即拼接：示例时延约降24%（17…</a:t>
            </a:r>
          </a:p>
        </p:txBody>
      </p:sp>
      <p:pic>
        <p:nvPicPr>
          <p:cNvPr id="16" name="Picture 15" descr="t03-00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28092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具身智能数据管线：流式并行与资源协同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