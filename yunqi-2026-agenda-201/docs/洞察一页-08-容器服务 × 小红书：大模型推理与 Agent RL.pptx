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技术启示：冷启命中与拓扑正确性，比引擎峰值更能改写 Token 成本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技术启示：组级稳态只覆盖生产窗口，Role 级控制面才可规模化弹性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535424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815584"/>
            <a:ext cx="11521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技术启示：将权重分层命中率、冷启就绪时延与 NUMA/卡间互联拓扑正确性，提升到与 TTFT、吞吐同级的发布准入与弹性观测指标，避免引擎侧优化被冷启与拓扑错配抵消；编排从固定 P:D 的 Group 原语演进到 Role 级策略约束——Router/P/D/KV 等角色独立扩缩与协同发布，叠加 KVCache-aware 扁平选路——使动态 PD 弹性与 Agent Rollout 的快照/轨迹状态复用同一调度语义与状态面。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528816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