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07 · 资彦义 / 李陈浩文 · Agentic 时代 AI 推理软硬件结合全栈优化实战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洞察：全栈优化三件套 —— Agentic KV · Mega Kernel · Kernel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一句话判断：停得久≠价值低；微秒尺度看 kernel 之间；跨芯竞争力取决于算子供给能否 Agent 化。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01  Agentic KV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LRU → 会话价值调度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暂停会话常被 LRU 误删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生命周期 + 重建成本/命中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绿保留 / 黄准备 / 红腾挪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避免强制 Prefill 吞噬 SLA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02  Mega Kernel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算子接力 → 设备内流水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Host-driven → Device-resident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少启动 · 少搬运 · 少等待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同步粒度：完成 → 数据就绪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Fusion→SM Task→Runtime→Kernel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03  Kernel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专家手艺 → 可迁移资产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Master–Sub 并行探索回写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H100 案例约 4.88×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PPU / AMD 跨芯迁移加速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Dev Loop：Profiler→回归门禁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H100 BF16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9.52 → 1.95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4.88×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23160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PPU MoE 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相对 SGLang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1.56–2.13×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79976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PPU 小算子链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9976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RMSNorm/SiLU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79976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1.23–1.29×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AMD Decode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DSA 路径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约 1.6×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3608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AMD GDN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3608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递推核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约 1.18×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50424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缓存策略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50424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LRU → 价值排序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50424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少 Prefill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可落地动作：工程化 Dev Loop（Trace+回归）；KV 调度接入会话状态并与池化联动；多芯导入优先建 Kernel Agent+评测集。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 agendaId=164 · Talk 07 资彦义 / 李陈浩文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