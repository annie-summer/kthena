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03 · 翟恩南 · 阿里云智能集团资深技术专家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洞察：后训练竞争力在于反馈操作系统：异步流水、版本边界、轨迹工厂与全链路可观测。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一句话判断：阿里云 从 LLM 到 VLA 的多模态扩展与实践——模型竞争已进入「后训练系统能力」时代，关键变量从单次训练规模转向反馈闭环的速度、质量与可靠性。沿着 LLM→Agent→VLA 演进，把 RL 引擎定义为连接算法、模型、环境与算力的「反馈操作系统」，并给出全异步流水线、版本边界、轨迹工厂、可观测回放以及 VLA 三重挑战的系统解法。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反馈闭环决定竞争力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评估后训练产品时，应看闭环迭代吞吐与稳定性，而非仅看单次 SFT/RL 任务能否跑通。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预训练决定知识底座，后训练决定模型能否真正完成任务，持续反馈让模型学会行动与适应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竞争关键从「单次训练规模」转向「反馈闭环的速度、质量与可靠性」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LLM → Agent → VLA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后训练框架接口需统一覆盖文本偏好、环境执行结果与物理反馈三类信号，避免为 VLA 另起一套不可复用系统。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LLM：文本输入→生成答案，反馈为偏好/正确性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Agent：任务+工具→多轮决策，反馈为环境执行结果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VLA：视觉+状态→动作序列，反馈为物理世界反馈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反馈操作系统分层架构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需要把 Rollout/Buffer/权重同步/容错沉淀为中间件，避免算法脚本与集群环境强绑定导致每次换模/换环境都重装系统。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算法层：PPO / GRPO / GSPO / 自定义 Reward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RL 引擎含调度层（调度、Rollout、Buffer、权重同步、容错）与运行时（训练框架、推理引擎、Agent 环境）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算力层：GPU / PPU / CPU / 网络 / 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突破二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单条轨迹时长约 30 分钟~2 小时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控制参数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异步可控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max_version_diff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能力演进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LLM：文本输入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生成答案，反馈为偏好/正确性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调度到稳定性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调度：轨迹长短不一导致空转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版本感知全局调度 + 动态配比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算法层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反馈操作系统分层架构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PPO / GRPO / GSPO / 自定义 Reward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反馈闭环决定竞争力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预训练决定知识底座，后训练决定模型能否真正完成任务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启示要点：后训练竞争力在于反馈操作系统：异步流水、版本边界、轨迹工厂与全链路可观测；从 LLM 到 VLA，环境与异构资源必须进入调度内核，而不是当作额外数据类型；优先建设训推分离、Eval 隔离与角色级诊断，才能支撑长轨迹 Agent 与物理反馈闭环。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来源：https://yunqi.aliyun.com/2026/session?agendaId=123 · Talk 03 翟恩南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03 · 翟恩南 · 阿里云智能集团资深技术专家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反馈闭环决定竞争力</a:t>
            </a:r>
          </a:p>
        </p:txBody>
      </p:sp>
      <p:pic>
        <p:nvPicPr>
          <p:cNvPr id="8" name="Picture 7" descr="t00-46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后训练系统能力时代：反馈闭环决定竞争力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LLM → Agent → VLA</a:t>
            </a:r>
          </a:p>
        </p:txBody>
      </p:sp>
      <p:pic>
        <p:nvPicPr>
          <p:cNvPr id="12" name="Picture 11" descr="t00-48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能力演进：LLM → Agent → VLA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反馈操作系统分层架构</a:t>
            </a:r>
          </a:p>
        </p:txBody>
      </p:sp>
      <p:pic>
        <p:nvPicPr>
          <p:cNvPr id="16" name="Picture 15" descr="t00-52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RL 引擎：反馈操作系统分层架构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