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洞察：小米路径证明：3个季度ARPU&gt;+8%的主要杠杆是Torch底座、长序列与在线学习，而非单点结…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一句话判断：吴睿泽分享小米应用商店广告在约3个季度内通过底座升级而非单纯调模，实现ARPU提升超过8个百分点的实践。路径是训推全面切Torch、端到端长序列、流式在线学习，并推进推荐Scaling Law与生成式Ultra-HST…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三季业务结果：不只是模型优化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2026Q1–Q3小米应用商店广告：ARPU提升&gt;8%、GAUC提升&gt;2%；稠密参…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Q1：训推框架全面切Torch，TokenMixer交互升级，支撑超2亿动态Embedding。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Q1–Q2：端到端长序列（ETA/SCTA/MixFormer多版本），2K序列建模；流式在线学习（Kafka流式训练+增量更新）。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Q3–Q4方向：推荐Scaling Law与生成式（HSTU全量落地、多模预训练表征、LLM4Rec工程底座预研）。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联合共建：推荐底座升级为可规模…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小米应用商店诉求：要的是底座级升级，而不是又一次常规调模。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表征规模化：Torch赋能GPU原生稀疏计算，支撑约2亿动态Embedding。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长序列加速：PAI辅助多级Item KV Cache与INT8量化。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在线学习：TorchEasyRec；离线PAI-TorchEasyRec（Dense: SCTA/MixFormer+FlashAtt…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下一站LLM4Rec：Scal…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Scaling Law落地：非序列化扩参触顶；用多源长序列Scaling Up（更…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超长序列训推：继续硬扩DLRM边际成本高；改用生成式框架Ultra-HSTU，联合建模超长用户历史、上下文与候选。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多模表征理解：广告ID海量、投放周期短、冷启样本少；用语义ID + 生成式召回，多模大模型内容编码直接生成候选。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共建底座：PAI-Rec能力体系、Dynamic Embedding、流式训练、多模表征、语义ID、HSTU类序列模型、生成式召回、F…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三季业务结果：不只是模…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GAUC提升 &gt;2%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ARPU提升 &gt;8%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联合共建：推荐底座升级…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长序列推理加速约4×，显存节省…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模型更新：1小时 → 分钟级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下一站LLM4Rec：…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Scaling Law落地：非…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Scaling Law落地…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生成式排序UltraH…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变长Attention：训练速…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训练计算优化约5–10×；推理成本…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生成式召回：稀疏ID与…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Beam Attention推…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GPU前缀树约束解码性能提升约4–…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议题定位：广告系统智能…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主标题：广告系统的智能演进。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主标题：广告系统的智能演进。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可落地动作：小米路径证明：3个季度ARPU&gt;+8%的主要杠杆是Torch底座、长序列与在线学习，而非单点结构创新。；LLM4Rec落地需要生成式排序（UltraHSTU）与生成式召回（语义ID/约束解码）两侧工程同时成熟。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07 吴睿泽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07 · 吴睿泽 · 小米互联网 · 高级算法工程师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ARPU提升 &gt;8%</a:t>
            </a:r>
          </a:p>
        </p:txBody>
      </p:sp>
      <p:pic>
        <p:nvPicPr>
          <p:cNvPr id="8" name="Picture 7" descr="t02-08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三季业务结果：不只是模型优化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模型更新：1小时 → 分钟级</a:t>
            </a:r>
          </a:p>
        </p:txBody>
      </p:sp>
      <p:pic>
        <p:nvPicPr>
          <p:cNvPr id="12" name="Picture 11" descr="t02-10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联合共建：推荐底座升级为可规模/可序列/可实时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下一站LLM4Rec：Scaling …</a:t>
            </a:r>
          </a:p>
        </p:txBody>
      </p:sp>
      <p:pic>
        <p:nvPicPr>
          <p:cNvPr id="16" name="Picture 15" descr="t02-14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下一站LLM4Rec：Scaling Law / 超长…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