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15584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技术启示：将权重分层命中率、冷启就绪时延与 NUMA/卡间互联拓扑正确性，提升到与 TTFT、吞吐同级的发布准入与弹性观测指标，避免引擎侧优化被冷启与拓扑错配抵消；编排从固定 P:D 的 Group 原语演进到 Role 级策略约束——Router/P/D/KV 等角色独立扩缩与协同发布，叠加 KVCache-aware 扁平选路——从而让动态 PD 扩缩，以及 Agent RL 所需的环境快照断点续跑与轨迹托管，共用同一套 Role 编排与弹性控制面。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