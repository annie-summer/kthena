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33872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技术启示：推理平台应以 Cost/Token 为统一验收口径建设 Serving 控制面——权重命中率、拓扑正确性与 TTFT/吞吐一并纳入发布准入与弹性闭环；编排从固定 P:D 组级稳态演进到 Role 级独立扩缩与 KVCache-aware 选路。这是同 SLO 下持续降本，并承接动态 PD 与 Agent RL 的架构前提，应作为下一代 Serving 默认能力规划。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