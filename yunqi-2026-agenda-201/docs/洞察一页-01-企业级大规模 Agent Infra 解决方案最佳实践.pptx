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</a:rPr>
              <a:t>01 · 杨旭 · 阿里云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  <a:ea typeface="Microsoft YaHei"/>
              </a:rPr>
              <a:t>洞察：HCS 应立项「Agent 平台」整包能力：MicroVM 沙箱（Serverless API…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一句话判断：本场系统给出阿里云企业级 Agent Infra 的形态判断与产品架构：桌面助手/云端数字分身与 Agent Serving 两条主线并行，统一沉淀企业专属 Skills、MCP 与私域知识。Infra 不再追求模型永…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01  Agent 形态演进：桌面分身…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桌面助手/云端数字分身面向内部提效：IM/本地客户端 + 云端 Sandbox 协…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Agent Serving/API 对接生产系统：垂直超级 Agent 基于私域数据，强调隔离、用户授权、Skills 管理与 Mem…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ToB/ToC/ToD 入口趋于统一，企业重点积累专属 Skills、MCP 与知识；Harness 建议扩展成熟框架而非自研底层。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02  Agent 对 Infra 提…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高性能安全执行环境：Agent 需快速弹性、安全隔离地执行生成代码、操作系统交互与…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Agent 治理与数据安全：统一管理 Agent/模型/工具（Skills、MCP），身份认证、细粒度权限与使用审计。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上下文管理：知识库与记忆的压缩、隔离、跨会话画像、长期遗忘与知识编译。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效果评估与持续优化：日志存储、模型/工具全链路追踪、RCA、成本洞察与效果评估。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03  阿里云 Agent Infra…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接入层：Web/App、钉钉/微信/飞书 IM、桌面助手/云端数字分身、垂直 Ag…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运行平台五支柱：环境（MicroVM Sandbox、文件系统、网络/出站、可观测评测）、上下文（长期记忆、知识、统一上下文供给）、工…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底座：弹性计算、存储、网络、安全、云原生 + 百炼/Agent Skills 开放门户；上层兼容 Qoder、Claude Code、…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17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Agent 形态演进：…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能力沉淀：内部 Skills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云边协同：本地入口 + 云端 Sa…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Agent 对 Inf…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584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高性能安全执行环境：Agent…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6584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设计哲学：用系统确定性收敛模型不确…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阿里云 Agent I…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接入层：Web/App、钉钉/…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平台能力口号：跑得稳 / 记得住 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Agent Sandb…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成本能力：Scale-to-Z…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成本能力：Scale-to-Zer…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生产级硬指标：隔离、弹…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单 Region 规模：百万级…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Region 创建吞吐：100,0…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1384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存储动态挂载与分层存储…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384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存储三档：文件/块/对象按 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384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隔离模型：1 实例 : 1 用户会…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可落地动作：HCS 应立项「Agent 平台」整包能力：MicroVM 沙箱（Serverless API + K8s CRD）、Skills/MCP 私有市场、上下文/记忆存储、AI 网关护栏与 AgentLoop 级可观测，对标阿里云 Agent…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73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01 杨旭  ·  视角：HCS 技术规划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01 · 杨旭 · 阿里云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云边协同：本地入口 + 云端 Sa…</a:t>
            </a:r>
          </a:p>
        </p:txBody>
      </p:sp>
      <p:pic>
        <p:nvPicPr>
          <p:cNvPr id="8" name="Picture 7" descr="t00-01-3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28092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Agent 形态演进：桌面分身与 Serving 双路径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设计哲学：用系统确定性收敛模型不确…</a:t>
            </a:r>
          </a:p>
        </p:txBody>
      </p:sp>
      <p:pic>
        <p:nvPicPr>
          <p:cNvPr id="12" name="Picture 11" descr="t00-03-3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28092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Agent 对 Infra 提出的四大挑战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平台能力口号：跑得稳 / 记得住 …</a:t>
            </a:r>
          </a:p>
        </p:txBody>
      </p:sp>
      <p:pic>
        <p:nvPicPr>
          <p:cNvPr id="16" name="Picture 15" descr="t00-05-3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28092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阿里云 Agent Infra 五层产品架构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