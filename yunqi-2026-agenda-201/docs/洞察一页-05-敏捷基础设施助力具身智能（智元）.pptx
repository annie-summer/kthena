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05 · 赵堃 / 尹欣 · 阿里云 / 智元（觅蜂）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洞察：具身智能 Infra = 异构智算（含仿真卡）+ ACK 统一混部 + 托管 Argo/Ray…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一句话判断：本场展示阿里云具身智能基础设施与智元/觅蜂业务的结合：HPDA Robotics 一体化覆盖采集-管理-标注-训练-仿真-推理，ACK Pro 统一纳管 ECS/灵骏/ACS 与 Ray/Argo/DataJuicer…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阿里云具身智能一体化平台架构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数据层：兼容 HDFS/DB3/lerobot/mcap 等，支持转换/回放/检索…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编排与处理：全托管 Argo Workflows 支撑万级并发 Serverless 编排；Ray + DataJuicer 托管多模…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容器与资源：ACK Pro/ACS 异构资源池、百万节点级兼容、每分钟数万 Pod 弹性；算力 ECS/ACS + EGS/灵骏，存储…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L20N：面向推理与仿真的 B…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L20N（RTX Pro 5000）非切版 Quadro，48G/72G 显存，G…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相对 L20 算力约 2.3×、持续算力 +60%，Blackwell FP4 高效精度。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IsaacSim：物理仿真近 RTX 5090，图像生成快 10%~20%；满仓场景约 261 FPS。GR00T 全身控制：8×L2…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ACK Pro：统一创建、运维…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上层：SAPIEN 仿真合成、Argo 数据处理、VLA/World Model 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ACK 托管 Pro：Batch/队列/拓扑感知/混部调度，资源与任务弹性，可观测自愈，数据访问加速，内置 Spark/Ray Ope…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资源：ECS 节点池、灵骏高性能 GPU/裸金属、ACS Serverless Pod；存储 EBS/OSS/CPFS。统一创建使用、…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阿里云具身智能一体化平…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开源栈：Argo / Ray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弹性：每分钟数万 Pod 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L20N：面向推理与仿…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相对 L20：算力约 2.3×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相对 L20：算力约 2.3×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ACK Pro：统一创…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框架：内置 Spark / R…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一集群混部：ECS + 灵骏 + 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智元/觅蜂：物理 AI…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标注效率：约 10×；轨迹：毫…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标注效率：约 10×；轨迹：毫米级…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需求一：敏捷弹性——算…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峰值回传：约 30 分钟视频/秒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峰值回传：约 30 分钟视频/秒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需求三：边缘到中心一体…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管理：海量边缘节点统一纳管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回传：断点续传 + TLS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可落地动作：具身智能 Infra = 异构智算（含仿真卡）+ ACK 统一混部 + 托管 Argo/Ray 数据引擎 + 边缘回传，HCS 应按此整包对标而非零散卖 GPU。；智元/觅蜂模式证明采集洪峰与多场景边缘是主负载；弹性节点池、Serverl…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05 赵堃 / 尹欣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05 · 赵堃 / 尹欣 · 阿里云 / 智元（觅蜂）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弹性：每分钟数万 Pod 级</a:t>
            </a:r>
          </a:p>
        </p:txBody>
      </p:sp>
      <p:pic>
        <p:nvPicPr>
          <p:cNvPr id="8" name="Picture 7" descr="t01-31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阿里云具身智能一体化平台架构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相对 L20：算力约 2.3×</a:t>
            </a:r>
          </a:p>
        </p:txBody>
      </p:sp>
      <p:pic>
        <p:nvPicPr>
          <p:cNvPr id="12" name="Picture 11" descr="t01-33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L20N：面向推理与仿真的 Blackwell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一集群混部：ECS + 灵骏 + …</a:t>
            </a:r>
          </a:p>
        </p:txBody>
      </p:sp>
      <p:pic>
        <p:nvPicPr>
          <p:cNvPr id="16" name="Picture 15" descr="t01-35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Pro：统一创建、运维与云边纳管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