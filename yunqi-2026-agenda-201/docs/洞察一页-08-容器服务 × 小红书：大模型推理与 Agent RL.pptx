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一等公民，独立扩缩/发布；按 KV 前缀命中全局选实例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70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431536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发布准入与弹性观测指标集：TTFT、吞吐、权重分层命中率、冷启就绪时延、NUMA 与卡间互联拓扑正确性，形成可闭环验收。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ModelScale 冷温热权重分层（先 OSS，再 Mooncake，再到 FlashGPU/P2P），配合 InferenceKit 拓扑注入（NUMA 与互联），避免仅做引擎并行或 batching 时收益被冷启与错配抵消。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编排从 GroupSet 固定 P:D 演进到 RBG Role 级（Router、P、D、KV 独立扩缩、协同发布，并按 KV 前缀命中在全局实例池中调度请求）；Agent RL 环境快照断点续跑与轨迹托管共用同一 Role 控制面。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