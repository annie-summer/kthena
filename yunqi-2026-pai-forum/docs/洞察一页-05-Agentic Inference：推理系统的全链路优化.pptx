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05 · 李文鹏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洞察：Agentic Inference 的关键是会话/缓存亲和调度 + 全局 KV + PD/并行感知，而不是单点引擎调优。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Agentic Inference / PAI——面向 Agent 负载的推理系统全链路优化，提出流量调度层、引擎执行层、全局缓存层三层协同架构，目标覆盖更高命中率、更低 TTFT、更均衡负载、更强弹性与更高安全性。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整体架构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Agent 推理产品应默认三层一体交付：智能路由 + PD/并行感知引擎调度 + 全局 KV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流量调度层：统一 API 入口、亲和优先与 PD 感知寻址、冷配额、HA 兜底重试、灰度/分流/录制回放/联邦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引擎执行层：全形态 PD 分离、TP/EP/DP 多并行自动感知、兼容 vLLM/SGLang/自定义引擎、实例角色弹性（Normal/Prefill/Decode）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全局缓存层：DRAM+SSD 安全缓存池、RDMA 毫秒级热 KV、断路/升级不丢缓存、L1/L2/L3 三级命中可视、对引擎透明挂载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入口、治理、容错、调度、实例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网关需原生支持多协议与热更新治理，并把「多轮连续性」作为与负载均衡同级的一等调度目标。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统一 API：兼容 OpenAI/Anthropic/Responses/离线批量/异步任务，存量用户零改造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流量治理热更新：灰度、分流、无损切流、镜像、录制回放、模型映射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弹性容错：排队、自动重试、多级兜底、分段超时、过载保护、用户配额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亲和优先，均衡兜底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Agent 高并发场景应把 Session/Cache 感知调度做成可配置优先级策略，实测显示命中率与吞吐可接近翻倍级改善。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Session-Aware（优先级 300）：会话绑定同实例，严格/软两种模式，过载自动熔断兜底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Cache-Aware（优先级 200）：哈希指纹索引 KV Cache，动态平衡命中率与负载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Least Token/Request（优先级 0）兜底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TPS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缓存、分发与机密安全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TPS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亲和优先，均衡兜底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TTFT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缓存、分发与机密安全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-25%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TTFT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亲和优先，均衡兜底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-33.3%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亲和优先，均衡兜底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GLM-4-9B，4 节点 8×8G GPU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权重即生命周期，渐进放量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典型放量节点：10%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50% → 100%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启示要点：Agentic Inference 的关键是会话/缓存亲和调度 + 全局 KV + PD/并行感知，而不是单点引擎调优；跨区域联邦、可用性感知灰度与秒级模型分发，决定大模型服务在库存波动下的弹性与发布安全；企业场景还需把机密计算（可验证安全）纳入默认能力，完成性能与合规的双目标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05 李文鹏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05 · 李文鹏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整体架构</a:t>
            </a:r>
          </a:p>
        </p:txBody>
      </p:sp>
      <p:pic>
        <p:nvPicPr>
          <p:cNvPr id="8" name="Picture 7" descr="t01-30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整体架构：流量调度 · 引擎并行 · 全局 KVCache 三层协同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入口、治理、容错、调度、实例</a:t>
            </a:r>
          </a:p>
        </p:txBody>
      </p:sp>
      <p:pic>
        <p:nvPicPr>
          <p:cNvPr id="12" name="Picture 11" descr="t01-32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智能路由全链路：入口、治理、容错、调度、实例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GLM-4-9B，4 节点 8×8G GPU · Cache Hit：38.65% → 78.62%</a:t>
            </a:r>
          </a:p>
        </p:txBody>
      </p:sp>
      <p:pic>
        <p:nvPicPr>
          <p:cNvPr id="16" name="Picture 15" descr="t01-34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核心调度：亲和优先，均衡兜底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