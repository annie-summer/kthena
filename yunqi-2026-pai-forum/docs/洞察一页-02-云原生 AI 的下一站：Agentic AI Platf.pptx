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02 · 黄博远 · 阿里云智能集团计算平台事业部 · 人工智能平台 PAI 产品负责人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洞察：Agentic AI Platform 的核心不是聊天 UI，而是把万卡工程闭环与专家方法产品化为可调用 Skills。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一句话判断：阿里云 Agentic AI Platform / PAI——AI 基础设施要从「提供功能」走向「交付结果」。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传统平台交互难以承载万卡工程复杂度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平台需用 Agent 自动闭环配置/诊断/验证，否则万卡客户会卡在人工运维成本上。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万卡级训练从「能跑」到「跑稳跑快」需反复经历配置方案、规模运行、诊断定位、调整验证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并行策略组合空间巨大，千节点才暴露问题，日志指标分散，关键调整需回目标规模验证、失败代价高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PaaS 只提供算力与工具时，用户仍需手工组织整个调优闭环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从完成任务到形成组织能力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产品路线图应按「自动化→专家 Skill→资产沉淀→标准化开放」递进建设，否则 Agent 平台只是聊天外壳。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重复劳动自动化：跨产品跨地域批量与周期任务可自动完成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专家知识普惠化：诊断方法、资源判断与处置经验可按需调用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智慧成果资产化：验证过的配置、流程与性能证据可持续复用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批量实验创建/调度/跟踪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训练平台应支持意图级「参数扫掠 + 并发配额 + 结果聚合」，减少研究员手工填表与重提任务。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自然语言意图驱动：克隆基线任务并展开学习率×batch 参数组合实验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四项自动化：复用基线配置、批量展开实验、按资源条件轮询执行、集中跟踪结果/日志/产出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具身智能训练场景演示：继承镜像、代码版本、启动命令与数据挂载，仅变更实验参数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峰值显存误差 &lt;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专家知识普惠化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0.01%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迭代时间平均误差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专家知识普惠化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0.58%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PAI PPU 单节点吞吐 +53%、双节点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专家知识普惠化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+29%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专家知识普惠化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Sparse4D：单节点 88.89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136.17 samples/s，双节点 196.92→253.47 samples/s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批量实验创建/调度/跟踪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每组 8 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批量实验创建/调度/跟踪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最大并发 2 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启示要点：Agentic AI Platform 的核心不是聊天 UI，而是把万卡工程闭环与专家方法产品化为可调用 Skills；开放面应覆盖 CLI + MCP + Skills，并保证结构化输出与安全 dry-run，便于企业 Agent 组合调用；成果资产化与模型评测/微调/蒸馏闭环，是把「完成一次任务」升级为「形成组织能力」的关键。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来源：https://yunqi.aliyun.com/2026/session?agendaId=123 · Talk 02 黄博远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02 · 黄博远 · 阿里云智能集团计算平台事业部 · 人工智能平台 PAI 产品负责人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示例规模：1 万卡 × 10 小时 = 10 万 GPU-h/轮尝试</a:t>
            </a:r>
          </a:p>
        </p:txBody>
      </p:sp>
      <p:pic>
        <p:nvPicPr>
          <p:cNvPr id="8" name="Picture 7" descr="t00-27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传统平台交互难以承载万卡工程复杂度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从完成任务到形成组织能力</a:t>
            </a:r>
          </a:p>
        </p:txBody>
      </p:sp>
      <p:pic>
        <p:nvPicPr>
          <p:cNvPr id="12" name="Picture 11" descr="t00-29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平台能力四阶段：从完成任务到形成组织能力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1 基线克隆出 6 组实验 · 每组 8 卡</a:t>
            </a:r>
          </a:p>
        </p:txBody>
      </p:sp>
      <p:pic>
        <p:nvPicPr>
          <p:cNvPr id="16" name="Picture 15" descr="t00-31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重复劳动自动化：批量实验创建/调度/跟踪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