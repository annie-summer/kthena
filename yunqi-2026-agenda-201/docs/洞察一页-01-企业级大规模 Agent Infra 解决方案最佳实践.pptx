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01 · 杨旭 · 阿里云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洞察：HCS 应立项「Agent 平台」整包能力：MicroVM 沙箱（Serverless API + K8s CRD）、Skills/MCP 私有市场、上下文/记忆存储、AI 网关护栏与 AgentLoop 级可观测，对标阿里云 Agent Infra 五支柱。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一句话判断：本场系统给出阿里云企业级 Agent Infra 的形态判断与产品架构：桌面助手/云端数字分身与 Agent Serving 两条主线并行，统一沉淀企业专属 Skills、MCP 与私域知识。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桌面分身与 Serving 双路径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HCS 规划应同时覆盖「办公助手类长会话 Agent」与「生产系统 Serving Agent」两套产品形态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桌面助手/云端数字分身面向内部提效：IM/本地客户端 + 云端 Sandbox 协同，支持 7×24 独立运行与共享记忆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Agent Serving/API 对接生产系统：垂直超级 Agent 基于私域数据，强调隔离、用户授权、Skills 管理与 Memory 隔离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ToB/ToC/ToD 入口趋于统一，企业重点积累专属 Skills、MCP 与知识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Agent 对 Infra 提出的四大挑战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HCS 技术规划应把 Agent Infra 拆成执行沙箱、IAM/审计、上下文存储、可观测评测四条独立能力线，避免只堆推理网关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高性能安全执行环境：Agent 需快速弹性、安全隔离地执行生成代码、操作系统交互与工具调用，自建成本高、隔离难。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Agent 治理与数据安全：统一管理 Agent/模型/工具（Skills、MCP），身份认证、细粒度权限与使用审计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上下文管理：知识库与记忆的压缩、隔离、跨会话画像、长期遗忘与知识编译。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阿里云 Agent Infra 五层产品架构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对标 HCS 产品地图时，应用侧不应只交付「推理服务」，而需补齐 Skills/MCP 市场、长期记忆/知识引擎、MicroVM 级沙箱与 Agent 身份链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接入层：Web/App、钉钉/微信/飞书 IM、桌面助手/云端数字分身、垂直 Agent、OpenAPI/SDK。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运行平台五支柱：环境（MicroVM Sandbox、文件系统、网络/出站、可观测评测）、上下文（长期记忆、知识、统一上下文供给）、工具（Skills 仓库/市场、MCP、Code/Browser/Computer 统一底盘）、安全（User→Agent→Tool 身份、运行时/Prompt 检测、审计）、LLM（千问/私有模型/第三方）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底座：弹性计算、存储、网络、安全、云原生 + 百炼/Agent Skills 开放门户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云边协同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本地入口 + 云端 Sandbox 常驻运行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能力沉淀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内部 Skills 仓库 / 私有 MCP / 私域数据互通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设计哲学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用系统确定性收敛模型不确定性（可预测、可隔离、可恢复）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平台能力口号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跑得稳 / 记得住 / 用得着 / 管得住 / 核心脑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双交付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Serverless API（E2B 兼容）+ K8s CRD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成本能力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Scale-to-Zero + 秒级唤醒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可落地动作：HCS 应立项「Agent 平台」整包能力：MicroVM 沙箱（Serverless API + K8s CRD）、Skills/MCP 私有市场、上下文/记忆存储、AI 网关护栏与 AgentLoop 级可观测，对标阿里云 Agent Infra 五支柱；专属云差异化重点放在私域数据不出域、企业 IAM 贯通 User→Agent→Tool、以及沙箱出站/密钥替换；这些是客户自研桌面分身与垂直 Agent 的决策门槛；用生产硬指标（万/分钟创建、浅深休眠、E2B 兼容）建立对标与验收标准，驱动 CCI/CCE、存储与安全产品联动路线，而不是仅发布概念白皮书。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来源：https://yunqi.aliyun.com/2026/session?agendaId=201 · Talk 01 杨旭  ·  视角：HCS 技术规划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01 · 杨旭 · 阿里云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云边协同：本地入口 + 云端 Sandbox 常驻运行 · 能力沉淀：内部 Skills 仓库 / 私有 MCP / 私域数据互通</a:t>
            </a:r>
          </a:p>
        </p:txBody>
      </p:sp>
      <p:pic>
        <p:nvPicPr>
          <p:cNvPr id="8" name="Picture 7" descr="t00-01-3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Agent 形态演进：桌面分身与 Serving 双路径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设计哲学：用系统确定性收敛模型不确定性（可预测、可隔离、可恢复）</a:t>
            </a:r>
          </a:p>
        </p:txBody>
      </p:sp>
      <p:pic>
        <p:nvPicPr>
          <p:cNvPr id="12" name="Picture 11" descr="t00-03-3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Agent 对 Infra 提出的四大挑战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平台能力口号：跑得稳 / 记得住 / 用得着 / 管得住 / 核心脑</a:t>
            </a:r>
          </a:p>
        </p:txBody>
      </p:sp>
      <p:pic>
        <p:nvPicPr>
          <p:cNvPr id="16" name="Picture 15" descr="t00-05-3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阿里云 Agent Infra 五层产品架构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