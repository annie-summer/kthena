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04 · 张林峰 · 无尽前延（Endless Frontier）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洞察：科学后训练的价值在于把 AI 嵌入真实理论计算与科研协作，而非停留在通用对话能力。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一句话判断：无尽前延（Endless Frontier） 无尽前延——AI4Science 转向 Science4AI，主张以 Coding/科研驱动的后训练 Scaling 比自然语言预训练更能高效提升智能。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定位澄清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产品叙事上应区分「科研自动化」与「模型自改进」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强调 Auto-Research 覆盖面更广，AI4AI 只是其中组成部分而非全部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科学后训练目标是让 AI 参与真实理论研究与科研流程，而非仅做模型自改进脚本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LQCD 真实理论研究小时级加速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垂直科学 Agent 应打通「拟合-重整化-延拓」等学科流水线，并用与专家结果对齐的图线证据证明可信，而不只做文献问答。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面向高能物理格点量子色动力学（LQCD），从准 TMD 波函数提取 Collins-Soper kernel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自动完成拟合、重整化、延拓等多步复杂流程，并由领域专家背书验证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从工程加速走向驱动科学发现：验证全 b⊥ 联合拟合模型有效性，扩展提取范围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区分奥赛能力与研究能力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科学后训练数据飞轮必须解决「高难度可规模化」供给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发布面向物理/化学/生物专家级推理的 FrontierScience Benchmark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拆分 Olympiad 与 Research 两档：竞赛解题能力上升快，真实研究能力仍显著落后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提出高质量科学数据四大要求：正确、难度大、规模化、多样化；任务越难，可出题解题的人越少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Olympiad 顶尖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区分奥赛能力与研究能力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 77.1%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Research 顶尖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区分奥赛能力与研究能力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 25.2%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SciMaster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相对传统周期约 120x~360x 加速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低端模型 Research 接近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区分奥赛能力与研究能力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0.4%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科学软件加速与多智能体科研演化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对约 200 个科学软件实现约 300 倍加速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科学软件加速与多智能体科研演化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覆盖 2000+ 任务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启示要点：科学后训练的价值在于把 AI 嵌入真实理论计算与科研协作，而非停留在通用对话能力；用 FrontierScience 等研究级评测牵引数据与训练，才能缩小「会考试」与「会研究」的鸿沟；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04 张林峰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04 · 张林峰 · 无尽前延（Endless Frontier）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定位澄清</a:t>
            </a:r>
          </a:p>
        </p:txBody>
      </p:sp>
      <p:pic>
        <p:nvPicPr>
          <p:cNvPr id="8" name="Picture 7" descr="t01-16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定位澄清：Auto-Research 包含但不是 AI4AI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SciMaster 约 6 小时得到原先 1~3 个月严谨计算结果 · Collins-Soper kernel 提取范围扩展至 b⊥=1 fm</a:t>
            </a:r>
          </a:p>
        </p:txBody>
      </p:sp>
      <p:pic>
        <p:nvPicPr>
          <p:cNvPr id="12" name="Picture 11" descr="t01-18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SciMaster：LQCD 真实理论研究小时级加速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Olympiad 顶尖约 77.1% · Research 顶尖约 25.2%</a:t>
            </a:r>
          </a:p>
        </p:txBody>
      </p:sp>
      <p:pic>
        <p:nvPicPr>
          <p:cNvPr id="16" name="Picture 15" descr="t01-22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FrontierScience：区分奥赛能力与研究能力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