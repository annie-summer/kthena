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05 · 李文鹏 · 阿里云 PAI · Agentic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从「Agentic Inference：推理系统的全链路优化」看阿里云 PAI 围绕有状态推理全链路优化的创新实践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61872"/>
            <a:ext cx="116128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35024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一句话判断：Agentic 负载将推理优化目标从无状态 QPS，重构为 Session 连续性、KV Cache 命中率与 Token 级成本；PAI 以流量调度 / 引擎执行 / 全局缓存三层协同闭环，叠加智能选模实现质量对齐旗舰、综合成本约 -65%。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负载与度量重构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启示：调度目标函数从 QPS 切换为 Session亲和×KV命中×Token成本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上下文滚到数万 Token；4K 请求 KV 可超 200MB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前缀命中率直接决定 TTFT 与有效吞吐，需一等观测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限流/配额按 TPM/Token，弹性伸缩保持 KV 连续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Serving 三层闭环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启示：控制面路由、执行面 PD/并行、数据面全局 KV 必须同代交付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Session/Cache-Aware 级联：亲和优先，Least-Token 兜底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全形态 PD + TP/EP/DP Rank 感知，兼容 vLLM/SGLang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FlashKV：DRAM/SSD 分层 + RDMA 直通，缩容升级不丢缓存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29968"/>
            <a:ext cx="3749039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21408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成本与可信执行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32304"/>
            <a:ext cx="349300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启示：用难度分流做质量-成本帕累托，用 TEE 远程证明做可验证安全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Auto 选模：SWE-bench 82.7%≈L3，成本指数 100→35.1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跨 Region 联邦：PRIMARY 全局视图，Spot 库存透明接力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PAI-CC：本地加密上云 → 远程证明放行 → E2E 密态推理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498848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Cache 命中率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基线 → Cache-Aware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38.65%→78.62%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3431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TTFT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1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 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3431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-33.3%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9390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TPS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0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Cache-Aware 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0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+100%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49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FlashKV 命中率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45349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再叠加全局 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49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78.62%→94.32%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11308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FlashKV TTFT/TPS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08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相对前一阶段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08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-25% / +40%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754880"/>
            <a:ext cx="187451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77267" y="4800600"/>
            <a:ext cx="17465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智能选模成本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67" y="5010912"/>
            <a:ext cx="174650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纯 L3 → Auto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77267" y="5257800"/>
            <a:ext cx="174650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-65%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33872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888736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技术启示：将 Session 亲和与 KV 命中率写入调度 SLO/告警；以「智能路由 + PD/并行感知引擎 + 全局 KV」替代单点算子优化；用难度分流选模固化质量-成本帕累托；用全局 KV/模型分发消除缩容与切换带来的冷启动税；用 TEE+远程证明将推理安全从承诺式升级为可验证执行。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38251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来源：云栖大会｜阿里云 PAI《Agentic Inference：推理系统的全链路优化》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