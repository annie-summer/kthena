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03 · 卢萌凯 / 严龙 · 阿里云 Agent Sandbox / 阿里巴巴 ATH·千问办公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洞察：按 Use/In/RL 三类负载设计沙箱规格、休眠策略与计费，是支撑百万至千万级办公 Agent 的前提。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Agent Sandbox——E2B 兼容、MicroVM 六维隔离、浅/深休眠与快照降本、多级缓存冲击百万级并发。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三类 Sandbox 负载画像与指标短板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沙箱产品应按三类负载定义不同规格与计费（瞬时工具型、长会话休眠型、评测高并发型），避免一套 Pod 规格打天下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Use：Code Interpreter、Browser/Computer Use、MCP Server、Skills Sand箱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In：Coding Agent、长任务、数字分身、个人助手、多智能体协同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RL/Eval：SWE-bench、OSWorld、Computer Use 评测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E2B 兼容与增强运行时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对标建设时优先保证 E2B API 语义兼容与 MCP 工具入口，再叠加专属云增强（VPC 出站、企业身份、审计）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生态接入：E2B SDK 原生、OpenAPI、MCP/CLI Agent 友好工具。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统一生命周期语义的 OpenAPI/SDK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增强项：差异化 QoS、深/浅休眠与快照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六维安全隔离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专属云安全基线应把「默认无出站 + STS 短票 + 会话销毁零残留 + MicroVM」写成 Agent 沙箱强制策略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风险画像：恶意代码执行、敏感数据泄露、沙箱逃逸、身份冒用/越权、多租户交叉污染。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方案：MicroVM 运行环境隔离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深休眠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浅休眠 + 深休眠 + 快照深度降本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~70% 降本，唤醒 &lt;1s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浅休眠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浅休眠 + 深休眠 + 快照深度降本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~50% 降本，唤醒 ~1ms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创建吞吐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多级缓存与亲和调度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100,000/分钟；规模：百万级/Region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预热池秒级创建与分层隔离（真凭证不进沙箱）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创建等待：数十秒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一秒级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网络默认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六维安全隔离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无公网出口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目标规模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千问办公五条硬要求与三条选型路径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千万级用户与海量并发任务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启示要点：按 Use/In/RL 三类负载设计沙箱规格、休眠策略与计费，是支撑百万至千万级办公 Agent 的前提；极速版对标能力：E2B 兼容、MicroVM 六维隔离、浅/深休眠+快照、多级镜像缓存与网卡收敛，构成 与阿里云竞争力差距的可量化清单；千问办公验证了「托管拿能力、专属云保数据主权」路径； 应以此讲清相对公有第三方沙箱与客户自建的差异化，并补预热池、凭证替换、跨地域容灾。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03 卢萌凯 / 严龙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03 · 卢萌凯 / 严龙 · 阿里云 Agent Sandbox / 阿里巴巴 ATH·千问办公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关键指标：创建速度、并发容量、状态保活/恢复、强隔离、单位成本 · 结论：任一短板都会成为企业 Agent 平台规模化瓶颈</a:t>
            </a:r>
          </a:p>
        </p:txBody>
      </p:sp>
      <p:pic>
        <p:nvPicPr>
          <p:cNvPr id="8" name="Picture 7" descr="t00-51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三类 Sandbox 负载画像与指标短板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形态：Serverless 免运维 + MicroVM 运行时 · 生态：E2B SDK / OpenAPI / MCP</a:t>
            </a:r>
          </a:p>
        </p:txBody>
      </p:sp>
      <p:pic>
        <p:nvPicPr>
          <p:cNvPr id="12" name="Picture 11" descr="t00-53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极速版架构：E2B 兼容与增强运行时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会话模型：1 函数实例 : 1 会话，结束即销毁 · 网络默认：无公网出口</a:t>
            </a:r>
          </a:p>
        </p:txBody>
      </p:sp>
      <p:pic>
        <p:nvPicPr>
          <p:cNvPr id="16" name="Picture 15" descr="t00-55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生产可用前提：六维安全隔离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