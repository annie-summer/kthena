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Microsoft YaHei"/>
                <a:ea typeface="Microsoft YaHei"/>
              </a:rPr>
              <a:t>10 · 曹志（主持）、刘念邱、吕峻、武伟 · 阿里云智能 / PHYMI费莫一科技 / 穹彻智能 / Manifold AI流形空间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  <a:ea typeface="Microsoft YaHei"/>
              </a:rPr>
              <a:t>洞察：圆桌把PAI Physical AI从产品发布延伸为生态对话：Agent、数据管线、世界模型三…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521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一句话判断：圆桌由阿里云智能集团高级解决方案架构师曹志主持，邀请PHYMI费莫一科技创始人兼CEO刘念邱、穹彻智能AI科学家吕峻、流形空间（Manifold AI）创始人兼CEO武伟，围绕具身智能前沿展开对话。回放画面以嘉宾阵容与…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01  圆桌定位与嘉宾阵容：云平台×三…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中英双语主题：FermiOne Technology × Noematrix × 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曹志：阿里云智能集团高级解决方案架构师（主持）。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刘念邱：PHYMI费莫一科技创始人兼CEO。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吕峻：穹彻智能AI科学家；武伟：Manifold AI（流形空间）创始人兼CEO。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02  费莫一科技：面向开放动态真实世…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刘念邱作为PHYMI费莫一科技创始人兼CEO参与圆桌，代表创业公司侧的Physic…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与阿里云同台，强调开放动态真实世界中的具身智能落地，而非仅仿真Demo。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圆桌语境下与PAI Physical AI全栈（数据—训练—评测—部署）形成「平台能力 × 垂直Agent团队」组合。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03  穹彻智能：数据与AI管线视角的…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吕峻以穹彻智能AI科学家身份发言，代表数据与模型管线侧的专业视角。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与会前Physical AI议题（EgoX/UMI等多源数据管线）形成呼应：数据工厂是具身迭代的关键瓶颈。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圆桌把「科学家角色」与「CEO产品角色」并列，体现算法、数据与商业化需同台讨论。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6177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圆桌定位与嘉宾阵容：云…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中英双语主题：FermiOne…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中英双语主题：FermiO…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856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6584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费莫一科技：面向开放动…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6584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刘念邱作为PHYMI费莫一科技…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6584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刘念邱作为PHYMI费莫一…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穹彻智能：数据与AI管…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吕峻以穹彻智能AI科学家身份发…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吕峻以穹彻智能AI科学家身…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流形空间：世界模型与云…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武伟作为Manifold AI…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武伟作为Manifold 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7304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2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主持与现场互动：从发布…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现场四人同台坐谈，曹志持麦主持…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现场四人同台坐谈，曹志持麦…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13848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生态启示：Physic…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13848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四方结构覆盖云基础设施、Phy…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3848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四方结构覆盖云基础设施、P…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0807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可落地动作：圆桌把PAI Physical AI从产品发布延伸为生态对话：Agent、数据管线、世界模型三类创业路径并列。；回放画面以嘉宾阵容为主，技术细节更多依赖口述与同期全栈发布；价值在合作结构而非单页指标。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373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来源：https://yunqi.aliyun.com/2026/session?agendaId=123 · Talk 10 曹志（主持）、刘念邱、吕峻、武伟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10 · 曹志（主持）、刘念邱、吕峻、武伟 · 阿里云智能 / PHYMI费莫一科技 / 穹彻智能 / Manifold AI流形空间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圆桌定位与嘉宾阵容：云平台×三家具身创…</a:t>
            </a:r>
          </a:p>
        </p:txBody>
      </p:sp>
      <p:pic>
        <p:nvPicPr>
          <p:cNvPr id="8" name="Picture 7" descr="t03-13-2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28092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圆桌定位与嘉宾阵容：云平台×三家具身创业公司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费莫一科技：面向开放动态真实世界的Ph…</a:t>
            </a:r>
          </a:p>
        </p:txBody>
      </p:sp>
      <p:pic>
        <p:nvPicPr>
          <p:cNvPr id="12" name="Picture 11" descr="t03-33-2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28092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费莫一科技：面向开放动态真实世界的Physical A…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穹彻智能：数据与AI管线视角的具身落地</a:t>
            </a:r>
          </a:p>
        </p:txBody>
      </p:sp>
      <p:pic>
        <p:nvPicPr>
          <p:cNvPr id="16" name="Picture 15" descr="t03-26-4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28092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穹彻智能：数据与AI管线视角的具身落地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