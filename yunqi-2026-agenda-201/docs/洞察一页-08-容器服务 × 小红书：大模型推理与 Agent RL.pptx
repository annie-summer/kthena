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08 · 车漾 / 熊峰 · 阿里云容器服务 ACK × 小红书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  <a:ea typeface="Microsoft YaHei"/>
              </a:rPr>
              <a:t>从「容器服务 × 小红书」议题看 ACK 围绕 Cost/Token 的 AI 推理降本与编排演进实践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一句话判断：阿里云 ACK × 小红书以 Cost/Million Tokens = GPU小时成本 ÷ (Throughput × Utilization) 为北极星；用网关智能路由 + ModelScale 权重秒级加载 + InferenceKit 拓扑注入抬分母，用静态 PD→动态 RBG 演进编排，同 SLO 吞吐 2~3×、GPU 节省约 50%。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56816"/>
            <a:ext cx="5705856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048256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Serving Stack 三件套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2377440"/>
            <a:ext cx="5413248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技术启示：冷启命中与拓扑正确性，比引擎峰值更能改写 Token 成本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网关：公平调度+负载/缓存亲和；TTFT -75%、ITL -40%、吞吐 3×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ModelScale：RDMA+GDR+P2P 分层权重；加载 120s→20s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InferenceKit：Webhook→Wrapper→插件；无静默、Summary 自证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NUMA 错配吞吐约 -13%~-14%；ICN64 vs RDMA 吞吐 +40%~55%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956816"/>
            <a:ext cx="5705856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48256"/>
            <a:ext cx="5413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静态 PD → 动态 RBG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377440"/>
            <a:ext cx="5413248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技术启示：组级稳态只覆盖生产窗口，Role 级控制面才可规模化弹性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静态 GroupSet：组内 P:D 固定，Gang 成组；原地升级+四级缓存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动态 RBG：Role 一等公民，独立扩缩/发布；KVCache-Aware 选路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生产：同 SLO 吞吐 2~3×，GPU 节省约 50%；开源 sgl-project/rbg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向上延伸：快照复用 + Rollout 托管，承接训推一体执行面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70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7200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59028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网关 TTFT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75488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典型场景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937760"/>
            <a:ext cx="1746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-75%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79" y="457200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13431" y="459028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网关吞吐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1" y="475488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典型场景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1" y="4937760"/>
            <a:ext cx="1746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3×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38" y="457200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0" y="459028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权重加载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0" y="475488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120s → 20s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0" y="4937760"/>
            <a:ext cx="1746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 6×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197" y="457200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49" y="459028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P2P vs 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49" y="475488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Qwen3-32B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49" y="4937760"/>
            <a:ext cx="1746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13.5×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6" y="457200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08" y="459028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同 SLO 吞吐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08" y="475488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小红书生产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08" y="4937760"/>
            <a:ext cx="1746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2~3×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15" y="457200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77267" y="459028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GPU 资源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7267" y="475488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小红书生产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67" y="4937760"/>
            <a:ext cx="17465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节省 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431536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技术启示：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Serving 发布准入与弹性观测不能只看 TTFT/吞吐，还需把权重分层命中率、冷启就绪时延、NUMA/卡间互联拓扑正确性一并纳入。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否则只在推理引擎（如并行策略、batching）上拿到的时延/吞吐收益，会被慢冷启与拓扑错配吞掉。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编排从固定 P:D 的 Group 原语演进到 Role 级策略约束（Router/P/D/KV 独立扩缩、协同发布、KVCache-aware 扁平选路），并让 Agent RL 的环境快照断点续跑与轨迹托管跑在同一套 Role 编排与弹性控制面上。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528816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来源：云栖大会 agendaId=201｜容器服务 × 小红书：大模型推理与 Agent RL · 车漾 / 熊峰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