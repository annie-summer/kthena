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05 · 李文鹏 · 阿里云智能集团资深技术专家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洞察：Agentic Inference 的关键是会话/缓存亲和调度 + 全局 KV + PD/并行…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一句话判断：演讲围绕面向 Agent 负载的推理系统全链路优化，提出流量调度层、引擎执行层、全局缓存层三层协同架构，目标覆盖更高命中率、更低 TTFT、更均衡负载、更强弹性与更高安全性。重点展开智能路由、亲和/缓存感知调度、跨区域…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整体架构：流量调度 · 引擎并…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流量调度层：统一 API 入口、亲和优先与 PD 感知寻址、冷配额、HA 兜底重试…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引擎执行层：全形态 PD 分离、TP/EP/DP 多并行自动感知、兼容 vLLM/SGLang/自定义引擎、实例角色弹性（Normal…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全局缓存层：DRAM+SSD 安全缓存池、RDMA 毫秒级热 KV、断路/升级不丢缓存、L1/L2/L3 三级命中可视、对引擎透明挂载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智能路由全链路：入口、治理、容…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统一 API：兼容 OpenAI/Anthropic/Responses/离线批量…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流量治理热更新：灰度、分流、无损切流、镜像、录制回放、模型映射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弹性容错：排队、自动重试、多级兜底、分段超时、过载保护、用户配额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智能调度：可用性先行、连续性优先（多轮回原实例）、负载再均衡；实例层基于 EAS + vLLM/SGLang + Spot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核心调度：亲和优先，均衡兜底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Session-Aware（优先级 300）：会话绑定同实例，严格/软两种模式，过…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Cache-Aware（优先级 200）：哈希指纹索引 KV Cache，动态平衡命中率与负载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Least Token/Request（优先级 0）兜底；并支持 PD 差异化调度与 MoE 场景 DP Rank 感知调度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整体架构：流量调度 ·…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流量调度层：统一 API 入口…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流量调度层：统一 API 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智能路由全链路：入口、…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统一 API：兼容 OpenA…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统一 API：兼容 Ope…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核心调度：亲和优先，均…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Cache Hit：38.65…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TPS +100%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跨区域联邦调度：全局单…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覆盖杭州/上海/北京等多区域库…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案例模型 Qwen3-480B（8…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服务灰度：权重即生命周…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四步：全量稳定 → 小流量灰度…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典型放量节点：10% → 50% 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推理引擎：三种 PD 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模式一 Prefill 代理、…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模式一 Prefill 代…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可落地动作：Agentic Inference 的关键是会话/缓存亲和调度 + 全局 KV + PD/并行感知，而不是单点引擎调优。；跨区域联邦、可用性感知灰度与秒级模型分发，决定大模型服务在库存波动下的弹性与发布安全。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05 李文鹏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05 · 李文鹏 · 阿里云智能集团资深技术专家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整体架构：流量调度 · 引擎并行 · …</a:t>
            </a:r>
          </a:p>
        </p:txBody>
      </p:sp>
      <p:pic>
        <p:nvPicPr>
          <p:cNvPr id="8" name="Picture 7" descr="t01-30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整体架构：流量调度 · 引擎并行 · 全局 KVCac…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智能路由全链路：入口、治理、容错、调度…</a:t>
            </a:r>
          </a:p>
        </p:txBody>
      </p:sp>
      <p:pic>
        <p:nvPicPr>
          <p:cNvPr id="12" name="Picture 11" descr="t01-32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智能路由全链路：入口、治理、容错、调度、实例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TPS +100%</a:t>
            </a:r>
          </a:p>
        </p:txBody>
      </p:sp>
      <p:pic>
        <p:nvPicPr>
          <p:cNvPr id="16" name="Picture 15" descr="t01-34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核心调度：亲和优先，均衡兜底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