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07 · 吴睿泽 · 小米互联网 · 高级算法工程师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47472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Microsoft YaHei"/>
                <a:ea typeface="Microsoft YaHei"/>
              </a:rPr>
              <a:t>洞察：小米路径证明：3个季度ARPU&gt;+8%的主要杠杆是Torch底座、长序列与在线学习，而非单点结构创新。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07008"/>
            <a:ext cx="11612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61872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icrosoft YaHei"/>
                <a:ea typeface="Microsoft YaHei"/>
              </a:rPr>
              <a:t>一句话判断：小米广告算法走向LLM4Rec的实践与思考——百分点的实践。路径是训推全面切Torch、端到端长序列、流式在线学习，并推进推荐Scaling Law与生成式Ultra-HSTU。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01  不只是模型优化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大盘增益叙事应绑定「底座能力跃迁」而不是结构刷榜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2026Q1–Q3小米应用商店广告：ARPU提升&gt;8%、GAUC提升&gt;2%；稠密参数提升约10倍并超过1B。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Q1：训推框架全面切Torch，TokenMixer交互升级，支撑超2亿动态Embedding。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Q1–Q2：端到端长序列（ETA/SCTA/MixFormer多版本），2K序列建模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1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02  推荐底座升级为可规模/可序列/可实时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推荐底座三问对标：显存能不能撑大规模稀疏、序列能不能做到2K端到端、更新能不能到分钟级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小米应用商店诉求：要的是底座级升级，而不是又一次常规调模。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表征规模化：Torch赋能GPU原生稀疏计算，支撑约2亿动态Embedding。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长序列加速：PAI辅助多级Item KV Cache与INT8量化。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2" y="2084831"/>
            <a:ext cx="3749039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8" y="2176271"/>
            <a:ext cx="34930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A2B"/>
                </a:solidFill>
                <a:latin typeface="Microsoft YaHei"/>
                <a:ea typeface="Microsoft YaHei"/>
              </a:rPr>
              <a:t>03  下一站LLM4Rec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8" y="2487167"/>
            <a:ext cx="3493007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LLM4Rec不是换一个更大CTR模型，而是同时升级样本组织、生成式框架与语义ID召回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Scaling Law落地：非序列化扩参触顶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超长序列训推：继续硬扩DLRM边际成本高；改用生成式框架Ultra-HSTU，联合建模超长用户历史、上下文与候选。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• 多模表征理解：广告ID海量、投放周期短、冷启样本少；用语义ID + 生成式召回，多模大模型内容编码直接生成候选。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4553712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</a:rPr>
              <a:t>关键指标对比与提升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ARPU提升 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不只是模型优化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79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19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GAUC提升 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19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不只是模型优化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19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8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8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不只是模型优化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8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关键能力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8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稠密参数提升约10×，超过1B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197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37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联合共建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37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数据时延：3小时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37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20分钟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56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6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内存节省约18%，显存节省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6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联合共建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6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约24%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5" y="4809744"/>
            <a:ext cx="187451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5" y="4864608"/>
            <a:ext cx="17099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长序列推理加速约4×，显存节省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5" y="5065776"/>
            <a:ext cx="170992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Microsoft YaHei"/>
                <a:ea typeface="Microsoft YaHei"/>
              </a:rPr>
              <a:t>联合共建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55" y="5340096"/>
            <a:ext cx="17099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约58%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icrosoft YaHei"/>
                <a:ea typeface="Microsoft YaHei"/>
              </a:rPr>
              <a:t>启示要点：小米路径证明：3个季度ARPU&gt;+8%的主要杠杆是Torch底座、长序列与在线学习，而非单点结构创新；LLM4Rec落地需要生成式排序（UltraHSTU）与生成式召回（语义ID/约束解码）两侧工程同时成熟；友商可优先复制「显存可扩、序列可长、更新可分钟级」三项底座能力，再谈百亿参与语义生成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37376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  <a:ea typeface="Microsoft YaHei"/>
              </a:rPr>
              <a:t>来源：https://yunqi.aliyun.com/2026/session?agendaId=123 · Talk 07 吴睿泽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  <a:ea typeface="Microsoft YaHei"/>
              </a:rPr>
              <a:t>07 · 吴睿泽 · 小米互联网 · 高级算法工程师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84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</a:rPr>
              <a:t>数据佐证｜官方回放截图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ARPU提升 &gt;8% · GAUC提升 &gt;2%</a:t>
            </a:r>
          </a:p>
        </p:txBody>
      </p:sp>
      <p:pic>
        <p:nvPicPr>
          <p:cNvPr id="8" name="Picture 7" descr="t02-08-00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46380"/>
            <a:ext cx="3496970" cy="2965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9768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三季业务结果：不只是模型优化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7634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362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内存节省约18%，显存节省约24% · 长序列推理加速约4×</a:t>
            </a:r>
          </a:p>
        </p:txBody>
      </p:sp>
      <p:pic>
        <p:nvPicPr>
          <p:cNvPr id="12" name="Picture 11" descr="t02-10-00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362" y="1946380"/>
            <a:ext cx="3496970" cy="296523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47362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联合共建：推荐底座升级为可规模/可序列/可实时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5228" y="1051560"/>
            <a:ext cx="3716426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4956" y="1143000"/>
            <a:ext cx="349697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1A2B"/>
                </a:solidFill>
                <a:latin typeface="Microsoft YaHei"/>
                <a:ea typeface="Microsoft YaHei"/>
              </a:rPr>
              <a:t>下一站LLM4Rec</a:t>
            </a:r>
          </a:p>
        </p:txBody>
      </p:sp>
      <p:pic>
        <p:nvPicPr>
          <p:cNvPr id="16" name="Picture 15" descr="t02-14-00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956" y="1946380"/>
            <a:ext cx="3496970" cy="29652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4956" y="5486400"/>
            <a:ext cx="349697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4A4A"/>
                </a:solidFill>
                <a:latin typeface="Microsoft YaHei"/>
                <a:ea typeface="Microsoft YaHei"/>
              </a:rPr>
              <a:t>下一站LLM4Rec：Scaling Law / 超长序列 / 多模语义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3550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  <a:ea typeface="Microsoft YaHei"/>
              </a:rPr>
              <a:t>截图裁自云栖大会官方回放幻灯主体，作指标与结论佐证。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