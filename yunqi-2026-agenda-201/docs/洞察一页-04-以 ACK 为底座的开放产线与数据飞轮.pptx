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</a:rPr>
              <a:t>04 · 华相 · 阿里云容器服务 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  <a:ea typeface="Microsoft YaHei"/>
              </a:rPr>
              <a:t>洞察：以托管 Argo（Serverless/节点池混部）+ Ray on CCE/ACK 对标建设…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21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一句话判断：本场围绕 ACK 托管底座上的开放 AI 数据产线：以「数据闭环天然是工作流」为起点，用全托管容器 Argo 工作流集群编排大规模离线数据与科学计算（相对开源自建宣称约 30% 资源成本节省、规模约 10×）；Argo…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01  全托管容器 Argo 工作流集群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定位：云原生离线任务编排与运行引擎，全托管免运维，支撑大规模数据处理流水线；场景含…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架构：Argo API/CLI/UI/Python SDK → ACK 控制面（Argo Server/Event/Workflow 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能力点：多算力、万级并发工作流与千万级任务、OSS 缓存吞吐提升、多租配额与 GPU 弹性公平调度、开箱可观测与自愈。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02  Argo Workflows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典型流水线：数据收集 → Spark job → Ray job → PyTorc…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栈结构：ACK 控制面 → Argo Workflow + Plugins → Ray / PyTorch / Spark。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能力：用 Argo 管理 RayCluster 部署/扩缩/删除全生命周期；编排复杂流程并复用既有 CD；Argo UI 记录展示 R…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03  Ray on ACK：容器优化…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面向大模型、具身智能、自动驾驶等大规模多模态数据处理与分布式 AI 计算；服务算法…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Ray on ACK：Head/Worker Pod 自动扩缩；全生命周期、自动扩缩容、角色授权；底座 ACK Pro 托管企业级 K…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强调容器原生优化方案，统一入口使用异构算力。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6177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全托管容器 Argo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规模：10,000+ 并发工作…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相对开源自建：资源成本约 -30%…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6584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Argo Workfl…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6584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流水线：Spark / Ray…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6584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编排对象：RayCluster 全…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Ray on ACK：…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单 ACK 集群并发：约 30…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Ray Worker 弹性：30 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数据闭环：天然的工作流…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存储形态：本地存储 + 云端存…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存储形态：本地存储 + 云端存储统…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7304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为什么需要工作流引擎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复杂产线（如 Kubeflow…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引擎五能力：串联、传数、并发、调度…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13848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3848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3848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可落地动作：以托管 Argo（Serverless/节点池混部）+ Ray on CCE/ACK 对标建设开放产线底座，用对象存储缓存与 GPU 公平配额吃下数据准备与分布式计算峰值。；产品叙事对齐「数据闭环=工作流」：采集—标注—训练—在环仿真—回…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73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04 华相  ·  视角：HCS 技术规划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04 · 华相 · 阿里云容器服务 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相对开源自建：资源成本约 -30%…</a:t>
            </a:r>
          </a:p>
        </p:txBody>
      </p:sp>
      <p:pic>
        <p:nvPicPr>
          <p:cNvPr id="8" name="Picture 7" descr="t01-21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28092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全托管容器 Argo 工作流集群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编排对象：RayCluster 全…</a:t>
            </a:r>
          </a:p>
        </p:txBody>
      </p:sp>
      <p:pic>
        <p:nvPicPr>
          <p:cNvPr id="12" name="Picture 11" descr="t01-22-3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28092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Argo Workflows 生态集成：纳管 RayC…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Ray Worker 弹性：30 …</a:t>
            </a:r>
          </a:p>
        </p:txBody>
      </p:sp>
      <p:pic>
        <p:nvPicPr>
          <p:cNvPr id="16" name="Picture 15" descr="t01-24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28092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Ray on ACK：容器优化的分布式计算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