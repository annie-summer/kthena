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6B"/>
                </a:solidFill>
                <a:latin typeface="Microsoft YaHei"/>
                <a:ea typeface="Microsoft YaHei"/>
              </a:rPr>
              <a:t>01 · 周文超 · 阿里云智能集团 ·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206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Microsoft YaHei"/>
                <a:ea typeface="Microsoft YaHei"/>
              </a:rPr>
              <a:t>洞察：下一代 AI 基础设施应从「堆卡」转向算力/网络/存储/框架/服务精密协同，以会话级状态与 K…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207008"/>
            <a:ext cx="1152144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9844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一句话判断：本演讲系统阐述 Agentic AI 如何重写 AI 基础设施：负载从问答变为全天自主 Agent，范式从预训练主导走向 Pre/Post/Test-time 并重并以 RL 定制模型，边界从数字世界延伸到物理世界。围…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01  Agentic AI 三重变化…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负载：单次会话变成长跑，Agent 推理调用量达人类数百倍，长上下文与多轮工具调用…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范式：从预训练主导转向 Pre-training / Post-training / Test-time 三阶段并重，RL 成为模型定…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边界：智能进入物理世界，具身智能与智驾规模落地；数据扩展至视频、点云、力控信号，数据链路必须工业化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61688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02  AI 基础设施四维升级：算力买…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算力：从单卡单机堆叠 → 超节点 64 卡域内互联 + 多级拓扑万卡亲和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网络与存储：从比特宽峰值 → 数据供给确定性（读缓存、跨机 RDMA、P2P 分发）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运行时：从单一训练任务调度 → Rollout/Train/Eval/Env 解耦与异步协同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服务：从无状态网关 + QPS → 有状态记忆中枢（KV Cache 复用 + 会话级 SLO）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1874519"/>
            <a:ext cx="370332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6176" y="2011679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B1A2B"/>
                </a:solidFill>
                <a:latin typeface="Microsoft YaHei"/>
                <a:ea typeface="Microsoft YaHei"/>
              </a:rPr>
              <a:t>03  PAI-DLC 3.0：万卡训…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377439"/>
            <a:ext cx="337413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算力与网络：原生 64 卡超节点，HPN8.0/CIPU2.0，多级拓扑万卡互联、…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数据供给：机内/分布式读缓存，跨机 RDMA，吞吐随节点规模线性扩展，P2P 高并发加载分发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训练加速 TurboX：全栈加速引擎，免改代码释放算力/通信/数据全链路性能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A4A4A"/>
                </a:solidFill>
                <a:latin typeface="Microsoft YaHei"/>
                <a:ea typeface="Microsoft YaHei"/>
              </a:rPr>
              <a:t>• 智能诊断 Xfuse：基础设施+框架+任务三层洞察，结合基模经验与 Agent 能力自动定位根因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" y="4617720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关键指标对比与提升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Agentic AI 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负载：单次会话变成长跑，Age…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Agent 推理调用量约为人类数百倍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6856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86584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AI 基础设施四维升级…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6584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万卡多级拓扑亲和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86584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64 卡超节点域内互联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33672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PAI-DLC 3.0…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预热缓存加速 3x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64 卡原生超节点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0488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PAI-InferX：…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TTFT 下降约 40%（30…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吞吐提升约 55%（30%~80%）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47304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2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物理 AI 三件套：E…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数据墙→PAI-EgoX：第一…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7032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多场景并行仿真评测中部分任务成功率…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104120" y="4910328"/>
            <a:ext cx="1847088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13848" y="4965192"/>
            <a:ext cx="166420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PAI-Crystal…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13848" y="5166360"/>
            <a:ext cx="166420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A4A4A"/>
                </a:solidFill>
                <a:latin typeface="Microsoft YaHei"/>
                <a:ea typeface="Microsoft YaHei"/>
              </a:rPr>
              <a:t>峰值显存误差 &lt;0.01% 且…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13848" y="5413248"/>
            <a:ext cx="16642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8B1A2B"/>
                </a:solidFill>
                <a:latin typeface="Microsoft YaHei"/>
                <a:ea typeface="Microsoft YaHei"/>
              </a:rPr>
              <a:t>资源节省约 97%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598932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08076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Microsoft YaHei"/>
                <a:ea typeface="Microsoft YaHei"/>
              </a:rPr>
              <a:t>可落地动作：下一代 AI 基础设施应从「堆卡」转向算力/网络/存储/框架/服务精密协同，以会话级状态与 KV 资产为核心。；训练侧需产品化超节点亲和、确定性数据供给、无侵入加速与万卡仿真试错；推理侧需 Session 亲和与分布式 KV。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637336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来源：https://yunqi.aliyun.com/2026/session?agendaId=123 · Talk 01 周文超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46304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Microsoft YaHei"/>
                <a:ea typeface="Microsoft YaHei"/>
              </a:rPr>
              <a:t>01 · 周文超 · 阿里云智能集团 ·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Microsoft YaHei"/>
                <a:ea typeface="Microsoft YaHei"/>
              </a:rPr>
              <a:t>数据佐证｜官方回放截图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Agent 推理调用量约为人类数百倍</a:t>
            </a:r>
          </a:p>
        </p:txBody>
      </p:sp>
      <p:pic>
        <p:nvPicPr>
          <p:cNvPr id="8" name="Picture 7" descr="t00-03-00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" y="1928092"/>
            <a:ext cx="3496970" cy="296523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9768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Agentic AI 三重变化：负载、范式、边界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7634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7362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卡超节点域内互联</a:t>
            </a:r>
          </a:p>
        </p:txBody>
      </p:sp>
      <p:pic>
        <p:nvPicPr>
          <p:cNvPr id="12" name="Picture 11" descr="t00-09-00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7362" y="1928092"/>
            <a:ext cx="3496970" cy="296523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47362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AI 基础设施四维升级：算力买得到 ≠ 用得好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55228" y="1051560"/>
            <a:ext cx="3716426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4956" y="1143000"/>
            <a:ext cx="349697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8B1A2B"/>
                </a:solidFill>
                <a:latin typeface="Microsoft YaHei"/>
                <a:ea typeface="Microsoft YaHei"/>
              </a:rPr>
              <a:t>64 卡原生超节点</a:t>
            </a:r>
          </a:p>
        </p:txBody>
      </p:sp>
      <p:pic>
        <p:nvPicPr>
          <p:cNvPr id="16" name="Picture 15" descr="t00-11-00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956" y="1928092"/>
            <a:ext cx="3496970" cy="296523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64956" y="5486400"/>
            <a:ext cx="349697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A4A4A"/>
                </a:solidFill>
                <a:latin typeface="Microsoft YaHei"/>
                <a:ea typeface="Microsoft YaHei"/>
              </a:rPr>
              <a:t>PAI-DLC 3.0：万卡训练精密系统工程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35508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6B6B"/>
                </a:solidFill>
                <a:latin typeface="Microsoft YaHei"/>
                <a:ea typeface="Microsoft YaHei"/>
              </a:rPr>
              <a:t>截图裁自云栖大会官方回放幻灯主体，作指标与结论佐证。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