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07 · 沈健 · 洞察时空 · 副总裁 / 平台技术负责人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洞察：时空智能是「数据飞轮 + 世界模型 + 行业决策」组合，HCS 要同时补 EO 数据面、异构训…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一句话判断：洞察时空提出时空智能 Infra 的「感-算-决」一体化架构：从 LLM「会说话」跃迁到物理世界模型「懂世界」，以卫星/多源 EO 数据作为 AI 与物理世界对齐的关键反馈入口。基于 ACK 云原生 AI 套件构建卫星…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时空智能 Infra：感-算-…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议题定位：构建感知（卫星/多源数据）—计算（时空数据湖与训练推理）—决策（预测/推…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演讲方为洞察时空平台技术负责人，强调与云栖/容器智算底座协同落地。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从 LLM 到物理世界模型（W…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对象：LLM 面向人类约定的语言符号；WM 面向客观物理世界。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求解：LLM 显式化人类规则；WM 探索客观规律（对象、关系、因果、物理约束）。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能力：LLM 模仿交流与信息处理；WM 模拟世界、推演未来并驱动智能体行动——「LLM 进入信息世界，WM 进入并作用于真实世界」。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大尺度物理世界模型：不止智驾与…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适用系统特征：可观测状态、时空演化、受物理规律与因果约束。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尺度演进：微观数据 → 区域中观 → 宏观全域数据上的大尺度物理世界模型。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应用域覆盖矿产/新能源/油气管网/农业水利/远洋物流/供应链/城市管理/金融保险/出行，以及智驾、具身、海洋渔业等。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时空智能 Infra：…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议题定位：构建感知（卫星/多源…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架构口号：感 · 算 · 决一体化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从 LLM 到物理世界…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对象：LLM 面向人类约定的语…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跃迁轴：LLM → WM（物理世界…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大尺度物理世界模型：不…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适用系统特征：可观测状态、时空…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13+ 垂直行业域示意覆盖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卫星数据：AI 与物理…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对照 RLHF：人类偏好对齐引…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反馈形态：预测态 vs EO 观测…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卫星数据规模指数增长：…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2030：~300 PB/年（…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2025：~10 PB/年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洞察时空基于 ACK 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特色存储：Neo4j + Mi…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特色存储：Neo4j + Milv…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可落地动作：时空智能是「数据飞轮 + 世界模型 + 行业决策」组合，HCS 要同时补 EO 数据面、异构训推与行业 SLA 方案包。；把卫星观测做成物理世界对齐反馈，是区别于通用 LLM 平台的差异化能力。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07 沈健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沈健 · 洞察时空 · 副总裁 / 平台技术负责人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架构口号：感 · 算 · 决一体化</a:t>
            </a:r>
          </a:p>
        </p:txBody>
      </p:sp>
      <p:pic>
        <p:nvPicPr>
          <p:cNvPr id="8" name="Picture 7" descr="t02-3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时空智能 Infra：感-算-决一体化定位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跃迁轴：LLM → WM（物理世界…</a:t>
            </a:r>
          </a:p>
        </p:txBody>
      </p:sp>
      <p:pic>
        <p:nvPicPr>
          <p:cNvPr id="12" name="Picture 11" descr="t02-31-3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从 LLM 到物理世界模型（WM）的能力跃迁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13+ 垂直行业域示意覆盖</a:t>
            </a:r>
          </a:p>
        </p:txBody>
      </p:sp>
      <p:pic>
        <p:nvPicPr>
          <p:cNvPr id="16" name="Picture 15" descr="t02-33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大尺度物理世界模型：不止智驾与具身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