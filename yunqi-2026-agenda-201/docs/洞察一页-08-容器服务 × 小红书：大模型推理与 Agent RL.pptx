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技术启示：冷启命中与拓扑正确性，比引擎峰值更能改写 Token 成本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技术启示：组级稳态只覆盖生产窗口，Role 级控制面才可规模化弹性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370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572000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590288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754880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4937760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431536"/>
            <a:ext cx="11521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发布准入与弹性观测指标集：TTFT、吞吐、权重分层命中率、冷启就绪时延、NUMA 与卡间互联拓扑正确性，形成可闭环验收。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ModelScale 冷温热权重分层（先 OSS，再 Mooncake，再到 FlashGPU/P2P），配合 InferenceKit 拓扑注入（NUMA 与互联），避免仅做引擎并行或 batching 时收益被冷启与错配抵消。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Microsoft YaHei"/>
                <a:ea typeface="Microsoft YaHei"/>
              </a:rPr>
              <a:t>• 编排从 GroupSet 固定 P:D 演进到 RBG Role 级（Router、P、D、KV 独立扩缩、协同发布、KVCache-aware 扁平选路）；Agent RL 环境快照断点续跑与轨迹托管共用同一 Role 控制面。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528816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