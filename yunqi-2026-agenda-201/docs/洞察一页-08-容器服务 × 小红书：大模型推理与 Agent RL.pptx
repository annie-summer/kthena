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洞察：以 Cost/Token 为北极星——降 GPU 单价、抬单卡吞吐、抬利用率三杠杆并用；ACK AI Serving Stack（网关 + InferenceKit + ModelScale）直接打在分母上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1612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小红书——Cost/Million Tokens = GPU 小时成本 ÷ (Throughput × Utilization)；NVIDIA 亦将 Cost per token 定义为推理 TCO 指标。网关智能路由（TTFT -75%、ITL -40%、吞吐 3×）+ ModelScale 权重秒级加载 + InferenceKit 注入式拓扑优化，把单卡效率做成可复制平台能力。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29968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21408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Cost/Token 三杠杆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32304"/>
            <a:ext cx="349300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公式：GPU Cost/Hour ÷ (Throughput × Utilization)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分子：GPU 选型、潮汐混部、Spot 降单位成本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分母吞吐：PD 分离、EP/DP、KVCache Offload/Reuse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分母利用率：弹性伸缩、KV 感知路由、数据缓存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29968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21408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Serving Stack 三件套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32304"/>
            <a:ext cx="349300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每层能力都直接作用于降本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 分层权重，P2P 随规模扩展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InferenceKit：Webhook→Wrapper→插件，无静默自证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推理网关：公平调度 + 负载感知 + 缓存亲和路由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29968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21408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关键实测收益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32304"/>
            <a:ext cx="349300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从加载、路由到场景吞吐全面兑现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模型加载 120s → 20s（ModelScale + Mooncake）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 Coding 2.69× / RAG 1.44× / 写作 1.80×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Qwen3-32B P2P 加载相对 OSS 提速约 13.5×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498848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09744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10912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典型测试场景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266944"/>
            <a:ext cx="170992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09744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网关 ITL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10912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典型测试场景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266944"/>
            <a:ext cx="170992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-40%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09744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10912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典型测试场景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266944"/>
            <a:ext cx="170992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09744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10912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266944"/>
            <a:ext cx="170992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09744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10912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Qwen3-32B 65GB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266944"/>
            <a:ext cx="170992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09744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跨 NUMA 代价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10912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吞吐劣化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266944"/>
            <a:ext cx="170992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-13.4%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25312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启示要点：先立 Cost/Token 公式再选型；Serving Stack 优先打通「权重秒级加载 + 拓扑无静默注入 + KV 感知路由」；NUMA/ICN64 等拓扑错误会静默吃掉吞吐，必须 Summary 自证生效。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38251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08 车漾 / 熊峰 · 第 1/2 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续 · 小红书推理编排演进与生产成果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洞察：性能驱动架构持续演进——从单 Pod 到静态 PD（GroupSet），再到动态 PD（RBG 角色化）；编排、调度与拓扑感知必须同步升级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7043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一句话判断：小红书 × 阿里云 ACK——同 SLO 下吞吐提升 2~3×、GPU 资源节省约 50%；生产能力沉淀为开源 RoleBasedGroup（github.com/sgl-project/rbg），适配 vLLM / SGLang。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10512"/>
            <a:ext cx="3749039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901952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静态 PD：GroupSet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212848"/>
            <a:ext cx="3493007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组内配比固定，弹性靠组副本数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PodGroup 固定 P:D（如 2P:1D），Gang 成组调度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原地升级 + 四级缓存：镜像/权重/Kernel/KV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升级耗时从数十分钟 → 数分钟；分批暂停与容量底线防护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810512"/>
            <a:ext cx="3749039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1901952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动态 PD：RBG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212848"/>
            <a:ext cx="3493007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Role 为一等编排单元，策略表达协同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Router/Prefill/Decode/KV 各自扩缩与发布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双层 Gang + CoordinatedPolicy（maxSkew）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KVCache-Aware 全局选路：命中率 + 负载健康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1810512"/>
            <a:ext cx="3749039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1901952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RL 与工具链延伸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212848"/>
            <a:ext cx="3493007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状态复用贯通训练与评测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快照四要素：rootfs / 存储 / 内存 / 轨迹 WAL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Rollout 托管：Env 接入 + Agent Harness 管线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arena llm：配比生成 / 自动寻优 / 一键部署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43484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生产成果与关键能力指标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690872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745736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946904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生产验证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202936"/>
            <a:ext cx="170992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690872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745736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4946904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生产验证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202936"/>
            <a:ext cx="170992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690872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745736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FlashGPU 驻留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4946904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权重切换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202936"/>
            <a:ext cx="170992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0.6–1.5s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690872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745736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ICN64 vs RDMA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4946904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吞吐提升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202936"/>
            <a:ext cx="170992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+40%~55%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690872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745736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ICN64 TTFT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4946904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长输入更明显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202936"/>
            <a:ext cx="170992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-28%~-35%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690872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745736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开源 RBG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4946904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小红书×ACK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202936"/>
            <a:ext cx="170992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sgl-project/rbg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879592"/>
            <a:ext cx="11521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启示要点：静态 PD 先把「成组调度 + 原地升级 + 容量防护」跑稳；动态 PD 再把 Role 拆开，用策略协同替代固定配比；最终把快照复用与 Rollout 托管接到训推一体，并用开源 RBG 回馈社区。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33679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08 车漾 / 熊峰 · 第 2/2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Cost/Token 公式与三杠杆</a:t>
            </a:r>
          </a:p>
        </p:txBody>
      </p:sp>
      <p:pic>
        <p:nvPicPr>
          <p:cNvPr id="8" name="Picture 7" descr="t02-52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Cost per Token 北极星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ACK AI Serving Stack 分层</a:t>
            </a:r>
          </a:p>
        </p:txBody>
      </p:sp>
      <p:pic>
        <p:nvPicPr>
          <p:cNvPr id="12" name="Picture 11" descr="t02-54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网关 / InferenceKit / 存储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静态 PD → 动态 RBG 演进</a:t>
            </a:r>
          </a:p>
        </p:txBody>
      </p:sp>
      <p:pic>
        <p:nvPicPr>
          <p:cNvPr id="16" name="Picture 15" descr="t03-07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小红书编排两阶段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