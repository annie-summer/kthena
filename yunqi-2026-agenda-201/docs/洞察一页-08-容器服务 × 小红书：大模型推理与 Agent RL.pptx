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技术启示：路由+权重分发+拓扑注入做成平台默认能力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技术启示：按性能压力分阶段演进编排，先稳态再弹性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833872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技术启示：推理竞争力已从单引擎调优，转向平台能否系统性改写 Cost/Token——冷启与拓扑正确性必须和在线吞吐同一套发布准入，否则引擎侧收益会被基础设施税抵消；编排上固定成组只是稳态过渡，把协同从「结构绑死」升级为「角色级策略约束」，才是动态负载与 Agent RL 可共享的执行底盘。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4739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