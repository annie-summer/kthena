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 PAI · Agentic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从「Agentic Inference：推理系统的全链路优化」看阿里云 PAI 围绕有状态推理全链路优化的创新实践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116128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35024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一句话判断：Agentic 负载把推理从无状态 QPS 问题，改写成「会话连续 + KV 命中 + Token 成本」问题；PAI 以流量调度 / 引擎执行 / 全局缓存三层协同应对，并用智能选模把质量拉到旗舰水位、成本降约 65%。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负载重定义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启示：先按有状态负载建模，再谈引擎调优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长上下文：4K Token 请求 KV 可超 200MB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前缀重叠决定 TTFT/吞吐，命中率是一等指标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流控按 Token 而非 QPS；同会话需实例亲和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三层协同架构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启示：路由 + PD/并行感知 + 全局 KV 必须一体交付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调度：Session/Cache-Aware，亲和优先、均衡兜底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引擎：全形态 PD + TP/EP/DP 感知，兼容 vLLM/SGLang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FlashKV：DRAM+SSD 全局池，缩容/升级不丢缓存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成本与安全闭环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启示：用选模降本，用可验证安全替代口头承诺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智能选模：质量 82.7% 对齐旗舰，成本指数 100→35.1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联邦调度：主区域全局决策，库存跨 Region 随取随用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PAI-CC：TEE + 远程证明，模型/Prompt 可验证密态执行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98848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Cache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基线 → Cache-Aware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38.65%→78.62%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 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 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FlashKV 命中率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再叠加全局 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78.62%→94.32%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FlashKV TTFT/TPS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 / +40%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智能选模成本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 L3 → Auto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-65%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33872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888736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具体启示：把会话亲和与 KV 命中率写入调度 SLO；用三层 Serving 架构替代单点引擎调优；以智能选模做质量-成本帕累托；用全局 KV 与模型分发吃掉弹性税；用 TEE 远程证明把安全从承诺升级为可验证。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8251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