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Microsoft YaHei"/>
                <a:ea typeface="Microsoft YaHei"/>
              </a:rPr>
              <a:t>07 · 资彦义 / 李陈浩文 · Agentic 时代 AI 推理软硬件结合全栈优化实战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洞察：全栈优化三件套 —— Agentic KV · Mega Kernel · Kernel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07008"/>
            <a:ext cx="11521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一句话判断：停得久≠价值低；微秒尺度看 kernel 之间；跨芯竞争力取决于算子供给能否 Agent 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01  Agentic KV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LRU → 会话价值调度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暂停会话常被 LRU 误删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生命周期 + 重建成本/命中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绿保留 / 黄准备 / 红腾挪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避免强制 Prefill 吞噬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02  Mega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算子接力 → 设备内流水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Host-driven → Device-resident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少启动 · 少搬运 · 少等待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同步粒度：完成 → 数据就绪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Fusion→SM Task→Runtime→Kernel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6" y="1874519"/>
            <a:ext cx="3703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1167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1A2B"/>
                </a:solidFill>
                <a:latin typeface="Microsoft YaHei"/>
                <a:ea typeface="Microsoft YaHei"/>
              </a:rPr>
              <a:t>03  Kernel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377439"/>
            <a:ext cx="337413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专家手艺 → 可迁移资产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Master–Sub 并行探索回写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H100 案例约 4.88×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PPU / AMD 跨芯迁移加速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4A4A4A"/>
                </a:solidFill>
                <a:latin typeface="Microsoft YaHei"/>
                <a:ea typeface="Microsoft YaHei"/>
              </a:rPr>
              <a:t>• Dev Loop：Profiler→回归门禁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6177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H100 BF16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9.52 → 1.95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4.88×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76856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PPU MoE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相对 SGLang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1.56–2.13×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PPU 小算子链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RMSNorm/SiLU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1.23–1.29×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0488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AMD Decode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DSA 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约 1.6×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47304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AMD GDN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递推核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约 1.18×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4910328"/>
            <a:ext cx="184708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50424" y="4965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Microsoft YaHei"/>
                <a:ea typeface="Microsoft YaHei"/>
              </a:rPr>
              <a:t>缓存策略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424" y="51663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LRU → 价值排序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50424" y="5413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1A2B"/>
                </a:solidFill>
                <a:latin typeface="Microsoft YaHei"/>
                <a:ea typeface="Microsoft YaHei"/>
              </a:rPr>
              <a:t>少 Prefill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可落地动作：工程化 Dev Loop（Trace+回归）；KV 调度接入会话状态并与池化联动；多芯导入优先建 Kernel Agent+评测集。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73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来源：云栖大会 agendaId=164 · Talk 07 资彦义 / 李陈浩文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07 · 资彦义 / 李陈浩文 · Agentic 时代 AI 推理软硬件结合全栈优化实战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9.52ms → 1.95ms · 约 4.88×</a:t>
            </a:r>
          </a:p>
        </p:txBody>
      </p:sp>
      <p:pic>
        <p:nvPicPr>
          <p:cNvPr id="8" name="Picture 7" descr="07-kernel-agent-4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153925"/>
            <a:ext cx="3496970" cy="25135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Kernel Agent 并行探索与经验回写案例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小算子融合链加速（PPU）</a:t>
            </a:r>
          </a:p>
        </p:txBody>
      </p:sp>
      <p:pic>
        <p:nvPicPr>
          <p:cNvPr id="12" name="Picture 11" descr="07-ppu-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2153925"/>
            <a:ext cx="3496970" cy="25135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相对开源框架基线的实测对比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1A2B"/>
                </a:solidFill>
                <a:latin typeface="Microsoft YaHei"/>
                <a:ea typeface="Microsoft YaHei"/>
              </a:rPr>
              <a:t>AMD 1.6× / PPU 1.56–2.13×</a:t>
            </a:r>
          </a:p>
        </p:txBody>
      </p:sp>
      <p:pic>
        <p:nvPicPr>
          <p:cNvPr id="16" name="Picture 15" descr="07-multi-hw-mig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2153925"/>
            <a:ext cx="3496970" cy="25135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多硬件迁移与平台适配收益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