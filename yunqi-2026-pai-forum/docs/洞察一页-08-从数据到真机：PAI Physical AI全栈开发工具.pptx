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08 · 黄俊 · 阿里云智能集团 · 资深算法专家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洞察：Physical AI全栈的主线是EgoX数据资产化、RoboX可验证训练、EAIEval可复现评测三者闭合。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Physical AI / PAI——PAI-EgoX、PAI-RoboX、PAI-EAIEval。指出当前迭代周期最大阻碍是数据—训练—评测—部署—真机工具链割裂。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Physical AI竞争焦点已从单点模型转向全链路契约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五段链路：数据 → 训练 → 评测 → 部署 → 真机，段间用「重复集成 / 重复调试 / 经验难复用」断裂。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数据侧：来源/格式/相机配置/动作语义不统一，处理效率低、质量难评估。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训练侧：模型、SFT/RL与仿真环境接口分散，多源多本体难组合，RL吞吐与仿真性能受限。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从原始采集到标准数据资产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数据产品应同时交付「标准Episode格式 + L0–L5门禁 + 版本化准入」，否则上层训练无法跨本体复用。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数据金字塔：真机 / UMI / Ego / 仿真+合成 / 通用数据分层供给。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统一处理Pipeline：真机多模日志对齐、UMI位姿/夹爪恢复与跨本体重定向、Ego视频切片到手部重建/时空融合/语义分割并导出LeRobot、仿真并行Rollout、通用数据去重与配方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质量评估L0–L5：输入自证、覆盖率、物理合理性、时序一致性、位姿/尺度、分段/语义/VLA映射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数据质量与处理效率双提升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Ego数据竞争力在「过滤无效帧 + 流式并行 + 手部一致性门禁」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支持ViPE/VITRA、鱼眼/针孔单双目等多相机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效率优化：无效数据预过滤、Index Clip稀疏采样与本地缓存、Ray Data流式DAG与ActorPool/GPU Fraction、固定帧窗流式重组消除全局屏障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效果优化：立体管线显著降低左右手遮挡与重投影误差；增强身份跟踪与双手指一致性约束过滤他人干扰手。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管线效率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数据质量与处理效率双提升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约+44%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编排/推理/仿真独立扩展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耗时约30.5分钟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并行效率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编排/推理/仿真独立扩展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约95.4%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有效并行度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编排/推理/仿真独立扩展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约68.7×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RoboX 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端到端训练速度约3.8×（SIMPLE基准）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RoboX 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仿真+Rollout吞吐约6×（SIMPLE基准）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启示要点：Physical AI全栈的主线是EgoX数据资产化、RoboX可验证训练、EAIEval可复现评测三者闭合；工具链割裂的代价是重复集成/调试与经验不可复用；统一协议与版本化契约是跨本体规模化的前提；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08 黄俊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08 · 黄俊 · 阿里云智能集团 · 资深算法专家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工具链割裂拖垮Physical AI迭代周期</a:t>
            </a:r>
          </a:p>
        </p:txBody>
      </p:sp>
      <p:pic>
        <p:nvPicPr>
          <p:cNvPr id="8" name="Picture 7" descr="t02-25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痛点：工具链割裂拖垮Physical AI迭代周期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从原始采集到标准数据资产</a:t>
            </a:r>
          </a:p>
        </p:txBody>
      </p:sp>
      <p:pic>
        <p:nvPicPr>
          <p:cNvPr id="12" name="Picture 11" descr="t02-28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EgoX：从原始采集到标准数据资产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管线效率约+44% · 左手遮挡率下降约92.3%；</a:t>
            </a:r>
          </a:p>
        </p:txBody>
      </p:sp>
      <p:pic>
        <p:nvPicPr>
          <p:cNvPr id="16" name="Picture 15" descr="t02-31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Ego管线：数据质量与处理效率双提升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