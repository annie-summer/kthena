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01 · 周文超 · 阿里云智能集团 · 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洞察：下一代 AI 基础设施应从「堆卡」转向算力/网络/存储/框架/服务精密协同，以会话级状态与 KV 资产为核心。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一句话判断：阿里云 PAI-DLC / PAI-InferX——重写 AI 基础设施：负载从问答变为全天自主 Agent，范式从预训练主导走向 Pre/Post/Test-time 并重并以 RL 定制模型，边界从数字世界延伸到物理世界。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负载、范式、边界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需要把「会话级状态与 KV 资产」纳入推理网关设计，并补齐 Rollout/Env/Reward 多角色训练编排，而不是只堆单卡吞吐。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负载：单次会话变成长跑，Agent 推理调用量达人类数百倍，长上下文与多轮工具调用成常态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范式：从预训练主导转向 Pre-training / Post-training / Test-time 三阶段并重，RL 成为模型定制主路径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边界：智能进入物理世界，具身智能与智驾规模落地；数据扩展至视频、点云、力控信号，数据链路必须工业化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算力买得到 ≠ 用得好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平台竞争力应从「卡时售卖」转向算力-网络-存储-框架-服务的精密系统工程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算力：从单卡单机堆叠 → 超节点 64 卡域内互联 + 多级拓扑万卡亲和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网络与存储：从比特宽峰值 → 数据供给确定性（读缓存、跨机 RDMA、P2P 分发）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运行时：从单一训练任务调度 → Rollout/Train/Eval/Env 解耦与异步协同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万卡训练精密系统工程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训练平台应产品化「读缓存+RDMA+P2P」数据供给与无侵入加速层，并用 Agent 化诊断降低万卡故障定位成本。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算力与网络：原生 64 卡超节点，HPN8.0/CIPU2.0，多级拓扑万卡互联、亲和组调度、超节点可观测与大规模容错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数据供给：机内/分布式读缓存，跨机 RDMA，吞吐随节点规模线性扩展，P2P 高并发加载分发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训练加速 TurboX：全栈加速引擎，免改代码释放算力/通信/数据全链路性能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预热缓存加速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万卡训练精密系统工程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3x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资源节省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低成本仿真万卡训练试错场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 97%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模型吞吐提升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万卡训练精密系统工程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3.24x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MFU 绝对提升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低成本仿真万卡训练试错场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+2~10%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远程数据加载加速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万卡训练精密系统工程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15%~35%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智驾模型端到端加速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万卡训练精密系统工程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2~2.4x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启示要点：下一代 AI 基础设施应从「堆卡」转向算力/网络/存储/框架/服务精密协同，以会话级状态与 KV 资产为核心；训练侧需产品化超节点亲和、确定性数据供给、无侵入加速与万卡仿真试错；推理侧需 Session 亲和与分布式 KV；物理 AI 与持续进化（CrystalLLM + PAI-RLS）标志着平台边界从数字世界延伸到具身与 RL 闭环。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来源：https://yunqi.aliyun.com/2026/session?agendaId=123 · Talk 01 周文超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01 · 周文超 · 阿里云智能集团 · 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Agent 推理调用量约为人类数百倍</a:t>
            </a:r>
          </a:p>
        </p:txBody>
      </p:sp>
      <p:pic>
        <p:nvPicPr>
          <p:cNvPr id="8" name="Picture 7" descr="t00-03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Agentic AI 三重变化：负载、范式、边界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64 卡超节点域内互联 · 万卡多级拓扑亲和</a:t>
            </a:r>
          </a:p>
        </p:txBody>
      </p:sp>
      <p:pic>
        <p:nvPicPr>
          <p:cNvPr id="12" name="Picture 11" descr="t00-09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AI 基础设施四维升级：算力买得到 ≠ 用得好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64 卡原生超节点 · 预热缓存加速 3x</a:t>
            </a:r>
          </a:p>
        </p:txBody>
      </p:sp>
      <p:pic>
        <p:nvPicPr>
          <p:cNvPr id="16" name="Picture 15" descr="t00-11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PAI-DLC 3.0：万卡训练精密系统工程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