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华相 · 阿里云容器服务 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洞察：以托管 Argo（Serverless/节点池混部）+ Ray on CCE/ACK 对标建设开放产线底座，用对象存储缓存与 GPU 公平配额吃下数据准备与分布式计算峰值。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一句话判断：ACK 托管底座上的开放 AI 数据产线：以「数据闭环天然是工作流」为起点，用全托管容器 Argo 工作流集群编排大规模离线数据与科学计算（相对开源自建宣称约 30% 资源成本节省、规模约 10×）；Argo 原生纳管 RayCluster 生命周期，打通数据收集→Spark→Ray→PyTorch→归档；Ray on ACK 面向大模型/具身/智驾等分布式计算，给出万级 Pod 秒级扩容与单集群海量 RayCluster 并发指标。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全托管容器 Argo 工作流集群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在 CCE 上提供托管 Argo/Workflow 类 SKU（控制面托管 + Serverless/节点池执行）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定位：云原生离线任务编排与运行引擎，全托管免运维，支撑大规模数据处理流水线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架构：Argo API/CLI/UI/Python SDK → ACK 控制面（Argo Server/Event/Workflow Controller）→ ACS Serverless CPU/GPU Pod 与节点池混部，并行超配与公平调度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能力点：多算力、万级并发工作流与千万级任务、OSS 缓存吞吐提升、多租配额与 GPU 弹性公平调度、开箱可观测与自愈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纳管 RayCluster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开放产线关键是「工作流引擎纳管分布式计算框架」： 应提供 Argo/Volcano 等与 Ray Operator 的托管组合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典型流水线：数据收集 → Spark job → Ray job → PyTorch job → 数据归档，由容器 Argo 工作流集群一站编排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栈结构：ACK 控制面 → Argo Workflow + Plugins → Ray / PyTorch / Spark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能力：用 Argo 管理 RayCluster 部署/扩缩/删除全生命周期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容器优化的分布式计算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宜把「30s 万 Pod、单集群数万 RayCluster」作为 调度与控制面压测目标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面向大模型、具身智能、自动驾驶等大规模多模态数据处理与分布式 AI 计算；服务算法与 DevOps 双角色。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Ray on ACK：Head/Worker Pod 自动扩缩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强调容器原生优化方案，统一入口使用异构算力。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相对开源自建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全托管容器 Argo 工作流集群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资源成本约 -30%，规模约 10×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规模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全托管容器 Argo 工作流集群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10,000+ 并发工作流；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天然的工作流模式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闭环环节：采集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标注→训练→多形态在环仿真→部署回流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引擎五能力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为什么需要工作流引擎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串联、传数、并发、调度、失败重试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存储形态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天然的工作流模式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本地存储 + 云端存储统一进入数据管理平台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Ray Worker 弹性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容器优化的分布式计算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30 秒扩至 10,000 容器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启示要点：以托管 Argo（Serverless/节点池混部）+ Ray on CCE/ACK 对标建设开放产线底座，用对象存储缓存与 GPU 公平配额吃下数据准备与分布式计算峰值；产品叙事对齐「数据闭环=工作流」：采集—标注—训练—在环仿真—回流要有一站式模板，并把合规治理做成默认横切能力；宜把「30s 万 Pod、单集群数万 RayCluster、万级并发工作流」。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04 华相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华相 · 阿里云容器服务 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相对开源自建：资源成本约 -30%，规模约 10× · 规模：10</a:t>
            </a:r>
          </a:p>
        </p:txBody>
      </p:sp>
      <p:pic>
        <p:nvPicPr>
          <p:cNvPr id="8" name="Picture 7" descr="t01-21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全托管容器 Argo 工作流集群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编排对象：RayCluster 全生命周期 + RayJob 可观测 · 流水线：Spark / Ray / PyTorch 同引擎串联</a:t>
            </a:r>
          </a:p>
        </p:txBody>
      </p:sp>
      <p:pic>
        <p:nvPicPr>
          <p:cNvPr id="12" name="Picture 11" descr="t01-22-3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Argo Workflows 生态集成：纳管 RayCluster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Ray Worker 弹性：30 秒扩至 10,000 容器 · 单 ACK 集群并发：约 30,000 个 RayCluster</a:t>
            </a:r>
          </a:p>
        </p:txBody>
      </p:sp>
      <p:pic>
        <p:nvPicPr>
          <p:cNvPr id="16" name="Picture 15" descr="t01-2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Ray on ACK：容器优化的分布式计算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