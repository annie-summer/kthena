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02 · 黄博远 · 阿里云智能集团计算平台事业部 · 人工智能平台 PAI 产品负责人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洞察：Agentic AI Platform 的核心不是聊天 UI，而是把万卡工程闭环与专家方法产品…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一句话判断：演讲主张 AI 基础设施要从「提供功能」走向「交付结果」。针对万卡训练配置-运行-诊断-验证的高成本闭环，提出 Agentic PAI：通过重复劳动自动化、专家知识普惠化、智慧成果资产化、定制能力标准化四阶段，把平台能…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传统平台交互难以承载万卡工程复…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万卡级训练从「能跑」到「跑稳跑快」需反复经历配置方案、规模运行、诊断定位、调整验证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并行策略组合空间巨大，千节点才暴露问题，日志指标分散，关键调整需回目标规模验证、失败代价高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PaaS 只提供算力与工具时，用户仍需手工组织整个调优闭环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平台能力四阶段：从完成任务到形…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重复劳动自动化：跨产品跨地域批量与周期任务可自动完成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专家知识普惠化：诊断方法、资源判断与处置经验可按需调用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智慧成果资产化：验证过的配置、流程与性能证据可持续复用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定制能力标准化：企业自有流程与专家经验沉淀为可开放调用的标准能力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重复劳动自动化：批量实验创建/…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自然语言意图驱动：克隆基线任务并展开学习率×batch 参数组合实验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四项自动化：复用基线配置、批量展开实验、按资源条件轮询执行、集中跟踪结果/日志/产出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具身智能训练场景演示：继承镜像、代码版本、启动命令与数据挂载，仅变更实验参数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传统平台交互难以承载万…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万卡级训练从「能跑」到「跑稳跑…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示例规模：1 万卡 × 10 小时…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平台能力四阶段：从完成…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重复劳动自动化：跨产品跨地域批…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重复劳动自动化：跨产品跨地…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重复劳动自动化：批量实…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每组 8 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每组 8 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专家知识普惠化：Cry…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峰值显存误差 &lt;0.01%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峰值显存误差 &lt;0.01%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智慧成果资产化：看板与…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五步闭环：生成调整看板→保存看…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关注指标含 GPU Utiliza…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定制能力标准化：PAI…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CLI：YAML/JSON 批…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案例：230 个工作空间收敛管理为…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可落地动作：Agentic AI Platform 的核心不是聊天 UI，而是把万卡工程闭环与专家方法产品化为可调用 Skills。；开放面应覆盖 CLI + MCP + Skills，并保证结构化输出与安全 dry-run，便于企业 Agent 组…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02 黄博远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黄博远 · 阿里云智能集团计算平台事业部 · 人工智能平台 PAI 产品负责人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示例规模：1 万卡 × 10 小时…</a:t>
            </a:r>
          </a:p>
        </p:txBody>
      </p:sp>
      <p:pic>
        <p:nvPicPr>
          <p:cNvPr id="8" name="Picture 7" descr="t00-27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传统平台交互难以承载万卡工程复杂度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平台能力四阶段：从完成任务到形成组织能力</a:t>
            </a:r>
          </a:p>
        </p:txBody>
      </p:sp>
      <p:pic>
        <p:nvPicPr>
          <p:cNvPr id="12" name="Picture 11" descr="t00-29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平台能力四阶段：从完成任务到形成组织能力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每组 8 卡</a:t>
            </a:r>
          </a:p>
        </p:txBody>
      </p:sp>
      <p:pic>
        <p:nvPicPr>
          <p:cNvPr id="16" name="Picture 15" descr="t00-3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重复劳动自动化：批量实验创建/调度/跟踪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