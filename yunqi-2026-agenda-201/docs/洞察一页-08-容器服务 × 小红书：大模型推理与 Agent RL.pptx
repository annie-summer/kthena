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08 · 车漾 / 熊峰 · 阿里云容器服务 ACK × 小红书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10896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Microsoft YaHei"/>
                <a:ea typeface="Microsoft YaHei"/>
              </a:rPr>
              <a:t>从「容器服务 × 小红书」议题看 ACK 围绕 Cost/Token 的 AI 推理降本与编排演进实践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一句话判断：阿里云 ACK × 小红书以 Cost/Million Tokens = GPU小时成本 ÷ (Throughput × Utilization) 为北极星；用网关智能路由 + ModelScale 权重秒级加载 + InferenceKit 拓扑注入抬分母，用静态 PD→动态 RBG 演进编排，同 SLO 吞吐 2~3×、GPU 节省约 50%。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956816"/>
            <a:ext cx="5705856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2029968"/>
            <a:ext cx="5413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Serving Stack 三件套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2322576"/>
            <a:ext cx="541324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</a:rPr>
              <a:t>技术启示：路由+权重分发+拓扑注入做成平台默认能力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网关：公平调度+负载/缓存亲和；TTFT -75%、ITL -40%、吞吐 3×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ModelScale：RDMA+GDR+P2P 分层权重；加载 120s→20s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InferenceKit：Webhook→Wrapper→插件；无静默、Summary 自证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NUMA 错配吞吐约 -13%~-14%；ICN64 vs RDMA 吞吐 +40%~55%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1344" y="1956816"/>
            <a:ext cx="5705856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2029968"/>
            <a:ext cx="5413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静态 PD → 动态 RBG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322576"/>
            <a:ext cx="541324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</a:rPr>
              <a:t>技术启示：按性能压力分阶段演进编排，先稳态再弹性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静态 GroupSet：组内 P:D 固定，Gang 成组；原地升级+四级缓存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动态 RBG：Role 一等公民，独立扩缩/发布；KVCache-Aware 选路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生产：同 SLO 吞吐 2~3×，GPU 节省约 50%；开源 sgl-project/rbg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• 向上延伸：快照复用 + Rollout 托管，承接训推一体执行面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315968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517136"/>
            <a:ext cx="187451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4535424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网关 TTFT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4700016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典型场景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4882896"/>
            <a:ext cx="1746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-75%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40279" y="4517136"/>
            <a:ext cx="187451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13431" y="4535424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网关吞吐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13431" y="4700016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典型场景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1" y="4882896"/>
            <a:ext cx="1746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3×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38" y="4517136"/>
            <a:ext cx="187451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79390" y="4535424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权重加载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9390" y="4700016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120s → 20s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0" y="4882896"/>
            <a:ext cx="1746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约 6×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197" y="4517136"/>
            <a:ext cx="187451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5349" y="4535424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P2P vs OSS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5349" y="4700016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Qwen3-32B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45349" y="4882896"/>
            <a:ext cx="1746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13.5×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56" y="4517136"/>
            <a:ext cx="187451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08" y="4535424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同 SLO 吞吐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08" y="4700016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小红书生产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08" y="4882896"/>
            <a:ext cx="1746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2~3×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04115" y="4517136"/>
            <a:ext cx="187451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77267" y="4535424"/>
            <a:ext cx="1746503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GPU 资源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77267" y="4700016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小红书生产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77267" y="4882896"/>
            <a:ext cx="17465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节省 50%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5321808"/>
            <a:ext cx="12191695" cy="15361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0040" y="5367528"/>
            <a:ext cx="1152144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A1A1A"/>
                </a:solidFill>
                <a:latin typeface="Microsoft YaHei"/>
                <a:ea typeface="Microsoft YaHei"/>
              </a:rPr>
              <a:t>技术启示：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</a:rPr>
              <a:t>• Cost/Token 拆三项落地：分子控 GPU 选型/潮汐混部/Spot；分母用 PD 分离、EP/DP、KVCache Offload/复用抬吞吐，用 KV 感知路由与弹性抬利用率；能力按对公式三项的贡献立项与验收。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</a:rPr>
              <a:t>• Serving Stack 固化默认能力：网关公平调度+负载/缓存亲和；ModelScale 通 OSS→Mooncake→FlashGPU→引擎间 P2P（RDMA+GDR），权重分钟→秒级；InferenceKit 以 Webhook→Wrapper→插件注入 NUMA/启动加速，禁静默降级、Summary 可审计。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</a:rPr>
              <a:t>• 编排按性能压力分阶段：GroupSet 固定 P:D + Gang + 原地升级/组缓存先稳住发布与冷启；RBG 再把 Router/P/D/Encode/KV 升为独立 Role，按排队/TTFT/TPOT/KV 独立扩缩 + KVCache-Aware 选路；上接快照复用 + Rollout 托管，承接训推一体与 Agent RL。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6565392"/>
            <a:ext cx="11521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来源：云栖大会 agendaId=201｜容器服务 × 小红书：大模型推理与 Agent RL · 车漾 / 熊峰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